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58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64" r:id="rId12"/>
    <p:sldId id="286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7D14FC5-3D2F-4804-8F5A-62B441C3CEE9}">
          <p14:sldIdLst>
            <p14:sldId id="272"/>
            <p14:sldId id="273"/>
            <p14:sldId id="258"/>
            <p14:sldId id="288"/>
            <p14:sldId id="289"/>
            <p14:sldId id="290"/>
            <p14:sldId id="291"/>
            <p14:sldId id="292"/>
            <p14:sldId id="293"/>
            <p14:sldId id="294"/>
            <p14:sldId id="264"/>
            <p14:sldId id="286"/>
            <p14:sldId id="301"/>
            <p14:sldId id="302"/>
            <p14:sldId id="303"/>
          </p14:sldIdLst>
        </p14:section>
        <p14:section name="How to Use" id="{18D09639-BDCC-42AE-B42B-025E7AA9C19C}">
          <p14:sldIdLst/>
        </p14:section>
        <p14:section name="How to Extend" id="{26D12C5C-39A1-4EE1-A6D1-BDC8A15DC492}">
          <p14:sldIdLst/>
        </p14:section>
        <p14:section name="Appendix" id="{082A9C9C-DA9A-4752-A7DE-699D2A27A3B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582"/>
    <a:srgbClr val="F7D6D3"/>
    <a:srgbClr val="C55A11"/>
    <a:srgbClr val="FFFF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4C4AB-FECB-4A61-B71C-A45CCAC46987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7F1F-FDAA-480C-AB59-C4CE09E787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2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0846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991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5630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290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6287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49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1B7F1F-FDAA-480C-AB59-C4CE09E787E7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037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15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77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57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0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989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29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81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93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1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11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3372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92BF3-AD3C-41E2-AD5A-4FFB42BC5A7D}" type="datetimeFigureOut">
              <a:rPr kumimoji="1" lang="ja-JP" altLang="en-US" smtClean="0"/>
              <a:t>2023/2/22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667B7-77C7-478F-9603-AC3507D808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19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54244" y="1442065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角丸四角形 4"/>
          <p:cNvSpPr/>
          <p:nvPr/>
        </p:nvSpPr>
        <p:spPr>
          <a:xfrm>
            <a:off x="4076630" y="1319306"/>
            <a:ext cx="2352174" cy="11118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Third-party applications 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7793940" y="1319306"/>
            <a:ext cx="2352174" cy="1102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600" dirty="0"/>
              <a:t>HTTP Service</a:t>
            </a:r>
          </a:p>
        </p:txBody>
      </p:sp>
      <p:sp>
        <p:nvSpPr>
          <p:cNvPr id="7" name="角丸四角形 6"/>
          <p:cNvSpPr/>
          <p:nvPr/>
        </p:nvSpPr>
        <p:spPr>
          <a:xfrm>
            <a:off x="1127949" y="397030"/>
            <a:ext cx="9900998" cy="3007101"/>
          </a:xfrm>
          <a:prstGeom prst="roundRect">
            <a:avLst/>
          </a:prstGeom>
          <a:noFill/>
          <a:ln w="3492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dirty="0"/>
              <a:t>あああ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8914652" y="2056190"/>
            <a:ext cx="1575411" cy="74986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Restricted resources</a:t>
            </a:r>
          </a:p>
        </p:txBody>
      </p:sp>
      <p:cxnSp>
        <p:nvCxnSpPr>
          <p:cNvPr id="9" name="直線矢印コネクタ 8"/>
          <p:cNvCxnSpPr>
            <a:stCxn id="4" idx="1"/>
            <a:endCxn id="5" idx="1"/>
          </p:cNvCxnSpPr>
          <p:nvPr/>
        </p:nvCxnSpPr>
        <p:spPr>
          <a:xfrm>
            <a:off x="2711494" y="1870690"/>
            <a:ext cx="1365136" cy="452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flipV="1">
            <a:off x="6428804" y="1576168"/>
            <a:ext cx="1365136" cy="452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グループ化 24"/>
          <p:cNvGrpSpPr/>
          <p:nvPr/>
        </p:nvGrpSpPr>
        <p:grpSpPr>
          <a:xfrm rot="18983385">
            <a:off x="3005899" y="1716236"/>
            <a:ext cx="863272" cy="330850"/>
            <a:chOff x="2042159" y="1239289"/>
            <a:chExt cx="3420984" cy="1311097"/>
          </a:xfrm>
        </p:grpSpPr>
        <p:sp>
          <p:nvSpPr>
            <p:cNvPr id="26" name="円/楕円 25"/>
            <p:cNvSpPr/>
            <p:nvPr/>
          </p:nvSpPr>
          <p:spPr>
            <a:xfrm>
              <a:off x="4101068" y="1239289"/>
              <a:ext cx="1362075" cy="13110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台形 26"/>
            <p:cNvSpPr/>
            <p:nvPr/>
          </p:nvSpPr>
          <p:spPr>
            <a:xfrm>
              <a:off x="2042159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台形 27"/>
            <p:cNvSpPr/>
            <p:nvPr/>
          </p:nvSpPr>
          <p:spPr>
            <a:xfrm>
              <a:off x="2577665" y="1677381"/>
              <a:ext cx="474252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台形 28"/>
            <p:cNvSpPr/>
            <p:nvPr/>
          </p:nvSpPr>
          <p:spPr>
            <a:xfrm>
              <a:off x="2901514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台形 29"/>
            <p:cNvSpPr/>
            <p:nvPr/>
          </p:nvSpPr>
          <p:spPr>
            <a:xfrm>
              <a:off x="3375711" y="1677381"/>
              <a:ext cx="1082601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/>
            <p:cNvSpPr/>
            <p:nvPr/>
          </p:nvSpPr>
          <p:spPr>
            <a:xfrm>
              <a:off x="2046128" y="1903398"/>
              <a:ext cx="2420915" cy="19069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/>
          </p:nvSpPr>
          <p:spPr>
            <a:xfrm>
              <a:off x="5115588" y="1759909"/>
              <a:ext cx="270615" cy="2604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" name="グループ化 32"/>
          <p:cNvGrpSpPr/>
          <p:nvPr/>
        </p:nvGrpSpPr>
        <p:grpSpPr>
          <a:xfrm rot="18983385">
            <a:off x="6655858" y="1420222"/>
            <a:ext cx="863272" cy="330850"/>
            <a:chOff x="2042159" y="1239289"/>
            <a:chExt cx="3420984" cy="1311097"/>
          </a:xfrm>
        </p:grpSpPr>
        <p:sp>
          <p:nvSpPr>
            <p:cNvPr id="34" name="円/楕円 33"/>
            <p:cNvSpPr/>
            <p:nvPr/>
          </p:nvSpPr>
          <p:spPr>
            <a:xfrm>
              <a:off x="4101068" y="1239289"/>
              <a:ext cx="1362075" cy="13110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台形 34"/>
            <p:cNvSpPr/>
            <p:nvPr/>
          </p:nvSpPr>
          <p:spPr>
            <a:xfrm>
              <a:off x="2042159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台形 35"/>
            <p:cNvSpPr/>
            <p:nvPr/>
          </p:nvSpPr>
          <p:spPr>
            <a:xfrm>
              <a:off x="2577665" y="1677381"/>
              <a:ext cx="474252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台形 36"/>
            <p:cNvSpPr/>
            <p:nvPr/>
          </p:nvSpPr>
          <p:spPr>
            <a:xfrm>
              <a:off x="2901514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台形 37"/>
            <p:cNvSpPr/>
            <p:nvPr/>
          </p:nvSpPr>
          <p:spPr>
            <a:xfrm>
              <a:off x="3375711" y="1677381"/>
              <a:ext cx="1082601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2046128" y="1903398"/>
              <a:ext cx="2420915" cy="19069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/>
          </p:nvSpPr>
          <p:spPr>
            <a:xfrm>
              <a:off x="5115588" y="1759909"/>
              <a:ext cx="270615" cy="2604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1" name="テキスト ボックス 40"/>
          <p:cNvSpPr txBox="1"/>
          <p:nvPr/>
        </p:nvSpPr>
        <p:spPr>
          <a:xfrm>
            <a:off x="1800291" y="2297838"/>
            <a:ext cx="965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</a:t>
            </a:r>
            <a:endParaRPr kumimoji="1" lang="ja-JP" altLang="en-US" dirty="0"/>
          </a:p>
        </p:txBody>
      </p:sp>
      <p:cxnSp>
        <p:nvCxnSpPr>
          <p:cNvPr id="72" name="直線矢印コネクタ 71"/>
          <p:cNvCxnSpPr/>
          <p:nvPr/>
        </p:nvCxnSpPr>
        <p:spPr>
          <a:xfrm flipV="1">
            <a:off x="6428804" y="2196285"/>
            <a:ext cx="1365136" cy="452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フローチャート: 複数書類 73"/>
          <p:cNvSpPr/>
          <p:nvPr/>
        </p:nvSpPr>
        <p:spPr>
          <a:xfrm>
            <a:off x="6818266" y="2034641"/>
            <a:ext cx="617220" cy="381095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線吹き出し 2 (枠付き) 117"/>
          <p:cNvSpPr/>
          <p:nvPr/>
        </p:nvSpPr>
        <p:spPr>
          <a:xfrm>
            <a:off x="3055627" y="2543446"/>
            <a:ext cx="3029862" cy="553092"/>
          </a:xfrm>
          <a:prstGeom prst="borderCallout2">
            <a:avLst>
              <a:gd name="adj1" fmla="val 18750"/>
              <a:gd name="adj2" fmla="val -4005"/>
              <a:gd name="adj3" fmla="val 18750"/>
              <a:gd name="adj4" fmla="val -11859"/>
              <a:gd name="adj5" fmla="val -80651"/>
              <a:gd name="adj6" fmla="val 4860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Third-party applications holds credentials</a:t>
            </a:r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119" name="線吹き出し 2 (枠付き) 118"/>
          <p:cNvSpPr/>
          <p:nvPr/>
        </p:nvSpPr>
        <p:spPr>
          <a:xfrm>
            <a:off x="6926399" y="2559212"/>
            <a:ext cx="1406306" cy="55309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0698"/>
              <a:gd name="adj6" fmla="val 14226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Overly broad access 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255750" y="542669"/>
            <a:ext cx="374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 client-server authentication model</a:t>
            </a:r>
            <a:endParaRPr kumimoji="1" lang="ja-JP" altLang="en-US" dirty="0"/>
          </a:p>
        </p:txBody>
      </p:sp>
      <p:pic>
        <p:nvPicPr>
          <p:cNvPr id="51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208" y="452519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稲妻 2"/>
          <p:cNvSpPr/>
          <p:nvPr/>
        </p:nvSpPr>
        <p:spPr>
          <a:xfrm flipH="1">
            <a:off x="7472562" y="858078"/>
            <a:ext cx="729206" cy="429122"/>
          </a:xfrm>
          <a:prstGeom prst="lightningBol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線吹き出し 2 (枠付き) 52"/>
          <p:cNvSpPr/>
          <p:nvPr/>
        </p:nvSpPr>
        <p:spPr>
          <a:xfrm>
            <a:off x="5596605" y="581738"/>
            <a:ext cx="1679128" cy="553092"/>
          </a:xfrm>
          <a:prstGeom prst="borderCallout2">
            <a:avLst>
              <a:gd name="adj1" fmla="val 19294"/>
              <a:gd name="adj2" fmla="val 106418"/>
              <a:gd name="adj3" fmla="val 18979"/>
              <a:gd name="adj4" fmla="val 115317"/>
              <a:gd name="adj5" fmla="val 70081"/>
              <a:gd name="adj6" fmla="val 136505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rgbClr val="FF0000"/>
                </a:solidFill>
              </a:rPr>
              <a:t>Illegal access</a:t>
            </a:r>
          </a:p>
        </p:txBody>
      </p:sp>
      <p:sp>
        <p:nvSpPr>
          <p:cNvPr id="10" name="月 9"/>
          <p:cNvSpPr/>
          <p:nvPr/>
        </p:nvSpPr>
        <p:spPr>
          <a:xfrm rot="16397212">
            <a:off x="8601170" y="701999"/>
            <a:ext cx="65671" cy="147784"/>
          </a:xfrm>
          <a:prstGeom prst="moon">
            <a:avLst/>
          </a:prstGeom>
          <a:solidFill>
            <a:schemeClr val="accent4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35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1127949" y="397030"/>
            <a:ext cx="9900998" cy="3007101"/>
          </a:xfrm>
          <a:prstGeom prst="roundRect">
            <a:avLst/>
          </a:prstGeom>
          <a:noFill/>
          <a:ln w="3492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dirty="0"/>
              <a:t>あああ</a:t>
            </a:r>
          </a:p>
        </p:txBody>
      </p:sp>
      <p:pic>
        <p:nvPicPr>
          <p:cNvPr id="42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54244" y="1424542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角丸四角形 42"/>
          <p:cNvSpPr/>
          <p:nvPr/>
        </p:nvSpPr>
        <p:spPr>
          <a:xfrm>
            <a:off x="4076630" y="1301783"/>
            <a:ext cx="2352174" cy="111181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Third-party applications </a:t>
            </a:r>
          </a:p>
        </p:txBody>
      </p:sp>
      <p:sp>
        <p:nvSpPr>
          <p:cNvPr id="44" name="角丸四角形 43"/>
          <p:cNvSpPr/>
          <p:nvPr/>
        </p:nvSpPr>
        <p:spPr>
          <a:xfrm>
            <a:off x="7793940" y="1301783"/>
            <a:ext cx="2352174" cy="11027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altLang="ja-JP" sz="1600" dirty="0"/>
              <a:t>HTTP Service</a:t>
            </a:r>
          </a:p>
        </p:txBody>
      </p:sp>
      <p:sp>
        <p:nvSpPr>
          <p:cNvPr id="46" name="角丸四角形 45"/>
          <p:cNvSpPr/>
          <p:nvPr/>
        </p:nvSpPr>
        <p:spPr>
          <a:xfrm>
            <a:off x="8914652" y="2038667"/>
            <a:ext cx="1575411" cy="74986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Restricted resources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1800291" y="2280315"/>
            <a:ext cx="965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User</a:t>
            </a:r>
            <a:endParaRPr kumimoji="1" lang="ja-JP" altLang="en-US" dirty="0"/>
          </a:p>
        </p:txBody>
      </p:sp>
      <p:cxnSp>
        <p:nvCxnSpPr>
          <p:cNvPr id="68" name="カギ線コネクタ 67"/>
          <p:cNvCxnSpPr/>
          <p:nvPr/>
        </p:nvCxnSpPr>
        <p:spPr>
          <a:xfrm flipV="1">
            <a:off x="2765447" y="2400714"/>
            <a:ext cx="5144393" cy="227378"/>
          </a:xfrm>
          <a:prstGeom prst="bentConnector3">
            <a:avLst>
              <a:gd name="adj1" fmla="val 99992"/>
            </a:avLst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/>
          <p:cNvCxnSpPr/>
          <p:nvPr/>
        </p:nvCxnSpPr>
        <p:spPr>
          <a:xfrm flipV="1">
            <a:off x="6428804" y="1933431"/>
            <a:ext cx="1365136" cy="452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フローチャート: 複数書類 87"/>
          <p:cNvSpPr/>
          <p:nvPr/>
        </p:nvSpPr>
        <p:spPr>
          <a:xfrm>
            <a:off x="6818266" y="1771787"/>
            <a:ext cx="617220" cy="381095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7" name="グループ化 56"/>
          <p:cNvGrpSpPr/>
          <p:nvPr/>
        </p:nvGrpSpPr>
        <p:grpSpPr>
          <a:xfrm rot="18983385">
            <a:off x="6735012" y="2476937"/>
            <a:ext cx="863272" cy="330850"/>
            <a:chOff x="2042159" y="1239289"/>
            <a:chExt cx="3420984" cy="1311097"/>
          </a:xfrm>
        </p:grpSpPr>
        <p:sp>
          <p:nvSpPr>
            <p:cNvPr id="58" name="円/楕円 57"/>
            <p:cNvSpPr/>
            <p:nvPr/>
          </p:nvSpPr>
          <p:spPr>
            <a:xfrm>
              <a:off x="4101068" y="1239289"/>
              <a:ext cx="1362075" cy="131109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台形 58"/>
            <p:cNvSpPr/>
            <p:nvPr/>
          </p:nvSpPr>
          <p:spPr>
            <a:xfrm>
              <a:off x="2042159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台形 59"/>
            <p:cNvSpPr/>
            <p:nvPr/>
          </p:nvSpPr>
          <p:spPr>
            <a:xfrm>
              <a:off x="2577665" y="1677381"/>
              <a:ext cx="474252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台形 60"/>
            <p:cNvSpPr/>
            <p:nvPr/>
          </p:nvSpPr>
          <p:spPr>
            <a:xfrm>
              <a:off x="2901514" y="1677381"/>
              <a:ext cx="647700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2" name="台形 61"/>
            <p:cNvSpPr/>
            <p:nvPr/>
          </p:nvSpPr>
          <p:spPr>
            <a:xfrm>
              <a:off x="3375711" y="1677381"/>
              <a:ext cx="1082601" cy="226017"/>
            </a:xfrm>
            <a:prstGeom prst="trapezoid">
              <a:avLst>
                <a:gd name="adj" fmla="val 80181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/>
            <p:cNvSpPr/>
            <p:nvPr/>
          </p:nvSpPr>
          <p:spPr>
            <a:xfrm>
              <a:off x="2046128" y="1903398"/>
              <a:ext cx="2420915" cy="19069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/>
          </p:nvSpPr>
          <p:spPr>
            <a:xfrm>
              <a:off x="5115588" y="1759909"/>
              <a:ext cx="270615" cy="2604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98" name="直線矢印コネクタ 97"/>
          <p:cNvCxnSpPr>
            <a:stCxn id="42" idx="1"/>
            <a:endCxn id="43" idx="1"/>
          </p:cNvCxnSpPr>
          <p:nvPr/>
        </p:nvCxnSpPr>
        <p:spPr>
          <a:xfrm>
            <a:off x="2711494" y="1853167"/>
            <a:ext cx="1365136" cy="452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線吹き出し 2 (枠付き) 119"/>
          <p:cNvSpPr/>
          <p:nvPr/>
        </p:nvSpPr>
        <p:spPr>
          <a:xfrm>
            <a:off x="6549550" y="931401"/>
            <a:ext cx="1406306" cy="55309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1366"/>
              <a:gd name="adj6" fmla="val 21451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Limited access </a:t>
            </a: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1255750" y="533473"/>
            <a:ext cx="3466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 OAuth2.0 authentication model</a:t>
            </a:r>
            <a:endParaRPr kumimoji="1" lang="ja-JP" altLang="en-US" dirty="0"/>
          </a:p>
        </p:txBody>
      </p:sp>
      <p:sp>
        <p:nvSpPr>
          <p:cNvPr id="55" name="線吹き出し 2 (枠付き) 54"/>
          <p:cNvSpPr/>
          <p:nvPr/>
        </p:nvSpPr>
        <p:spPr>
          <a:xfrm>
            <a:off x="2839899" y="2716782"/>
            <a:ext cx="3755020" cy="553092"/>
          </a:xfrm>
          <a:prstGeom prst="borderCallout2">
            <a:avLst>
              <a:gd name="adj1" fmla="val 41553"/>
              <a:gd name="adj2" fmla="val 102928"/>
              <a:gd name="adj3" fmla="val 40405"/>
              <a:gd name="adj4" fmla="val 106851"/>
              <a:gd name="adj5" fmla="val 22993"/>
              <a:gd name="adj6" fmla="val 110009"/>
            </a:avLst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Authenticate without going through the Third-party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22431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206709" y="1655873"/>
            <a:ext cx="9667374" cy="3386026"/>
            <a:chOff x="1406001" y="1655873"/>
            <a:chExt cx="9667374" cy="3386026"/>
          </a:xfrm>
        </p:grpSpPr>
        <p:sp>
          <p:nvSpPr>
            <p:cNvPr id="4" name="角丸四角形 3"/>
            <p:cNvSpPr/>
            <p:nvPr/>
          </p:nvSpPr>
          <p:spPr>
            <a:xfrm>
              <a:off x="1406001" y="1655873"/>
              <a:ext cx="2352174" cy="134858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Resource owner</a:t>
              </a:r>
            </a:p>
          </p:txBody>
        </p:sp>
        <p:sp>
          <p:nvSpPr>
            <p:cNvPr id="5" name="角丸四角形 4"/>
            <p:cNvSpPr/>
            <p:nvPr/>
          </p:nvSpPr>
          <p:spPr>
            <a:xfrm>
              <a:off x="5063600" y="1655873"/>
              <a:ext cx="2352174" cy="3386025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Client</a:t>
              </a:r>
            </a:p>
          </p:txBody>
        </p:sp>
        <p:sp>
          <p:nvSpPr>
            <p:cNvPr id="6" name="角丸四角形 5"/>
            <p:cNvSpPr/>
            <p:nvPr/>
          </p:nvSpPr>
          <p:spPr>
            <a:xfrm>
              <a:off x="8721201" y="1680366"/>
              <a:ext cx="2352174" cy="1324089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Authorization server</a:t>
              </a:r>
            </a:p>
          </p:txBody>
        </p:sp>
        <p:sp>
          <p:nvSpPr>
            <p:cNvPr id="7" name="角丸四角形 6"/>
            <p:cNvSpPr/>
            <p:nvPr/>
          </p:nvSpPr>
          <p:spPr>
            <a:xfrm>
              <a:off x="8721201" y="3717810"/>
              <a:ext cx="2352174" cy="1324089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 dirty="0"/>
                <a:t>Resource server</a:t>
              </a:r>
            </a:p>
          </p:txBody>
        </p:sp>
        <p:cxnSp>
          <p:nvCxnSpPr>
            <p:cNvPr id="12" name="直線矢印コネクタ 11"/>
            <p:cNvCxnSpPr/>
            <p:nvPr/>
          </p:nvCxnSpPr>
          <p:spPr>
            <a:xfrm>
              <a:off x="7415775" y="2108992"/>
              <a:ext cx="130542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/>
            <p:cNvCxnSpPr/>
            <p:nvPr/>
          </p:nvCxnSpPr>
          <p:spPr>
            <a:xfrm flipH="1">
              <a:off x="7415776" y="2553765"/>
              <a:ext cx="1305425" cy="16691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/>
            <p:cNvCxnSpPr/>
            <p:nvPr/>
          </p:nvCxnSpPr>
          <p:spPr>
            <a:xfrm>
              <a:off x="7415775" y="4147342"/>
              <a:ext cx="130542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/>
            <p:cNvCxnSpPr/>
            <p:nvPr/>
          </p:nvCxnSpPr>
          <p:spPr>
            <a:xfrm flipH="1">
              <a:off x="7415776" y="4592115"/>
              <a:ext cx="1305425" cy="16691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/>
            <p:cNvSpPr txBox="1"/>
            <p:nvPr/>
          </p:nvSpPr>
          <p:spPr>
            <a:xfrm>
              <a:off x="4114230" y="1739660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(1)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cxnSp>
          <p:nvCxnSpPr>
            <p:cNvPr id="22" name="直線矢印コネクタ 21"/>
            <p:cNvCxnSpPr/>
            <p:nvPr/>
          </p:nvCxnSpPr>
          <p:spPr>
            <a:xfrm>
              <a:off x="3758174" y="2108992"/>
              <a:ext cx="1305426" cy="0"/>
            </a:xfrm>
            <a:prstGeom prst="straightConnector1">
              <a:avLst/>
            </a:prstGeom>
            <a:ln w="38100"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/>
            <p:cNvCxnSpPr/>
            <p:nvPr/>
          </p:nvCxnSpPr>
          <p:spPr>
            <a:xfrm flipH="1">
              <a:off x="3758175" y="2553765"/>
              <a:ext cx="1305425" cy="16691"/>
            </a:xfrm>
            <a:prstGeom prst="straightConnector1">
              <a:avLst/>
            </a:prstGeom>
            <a:ln w="38100"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/>
            <p:cNvSpPr txBox="1"/>
            <p:nvPr/>
          </p:nvSpPr>
          <p:spPr>
            <a:xfrm>
              <a:off x="4114230" y="2206906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(2)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6" name="テキスト ボックス 25"/>
            <p:cNvSpPr txBox="1"/>
            <p:nvPr/>
          </p:nvSpPr>
          <p:spPr>
            <a:xfrm>
              <a:off x="7771831" y="1739660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(3)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7771831" y="2206906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(4)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8" name="テキスト ボックス 27"/>
            <p:cNvSpPr txBox="1"/>
            <p:nvPr/>
          </p:nvSpPr>
          <p:spPr>
            <a:xfrm>
              <a:off x="7771831" y="3758417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(5)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  <p:sp>
          <p:nvSpPr>
            <p:cNvPr id="29" name="テキスト ボックス 28"/>
            <p:cNvSpPr txBox="1"/>
            <p:nvPr/>
          </p:nvSpPr>
          <p:spPr>
            <a:xfrm>
              <a:off x="7771831" y="4225663"/>
              <a:ext cx="593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dirty="0">
                  <a:latin typeface="HG創英角ｺﾞｼｯｸUB" panose="020B0909000000000000" pitchFamily="49" charset="-128"/>
                  <a:ea typeface="HG創英角ｺﾞｼｯｸUB" panose="020B0909000000000000" pitchFamily="49" charset="-128"/>
                </a:rPr>
                <a:t>(6)</a:t>
              </a:r>
              <a:endParaRPr kumimoji="1" lang="ja-JP" altLang="en-US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89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9884234" y="1163465"/>
            <a:ext cx="41482" cy="532547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1784994" y="747064"/>
            <a:ext cx="1785614" cy="4227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owner</a:t>
            </a:r>
          </a:p>
        </p:txBody>
      </p:sp>
      <p:sp>
        <p:nvSpPr>
          <p:cNvPr id="5" name="角丸四角形 4"/>
          <p:cNvSpPr/>
          <p:nvPr/>
        </p:nvSpPr>
        <p:spPr>
          <a:xfrm>
            <a:off x="4227768" y="747064"/>
            <a:ext cx="1785614" cy="42272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User agent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9001910" y="747064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pic>
        <p:nvPicPr>
          <p:cNvPr id="8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09728" y="100988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6538835" y="4283707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6603826" y="747063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9" name="カギ線コネクタ 8"/>
          <p:cNvCxnSpPr/>
          <p:nvPr/>
        </p:nvCxnSpPr>
        <p:spPr>
          <a:xfrm>
            <a:off x="7664649" y="4818459"/>
            <a:ext cx="2239709" cy="136313"/>
          </a:xfrm>
          <a:prstGeom prst="straightConnector1">
            <a:avLst/>
          </a:prstGeom>
          <a:ln w="38100">
            <a:solidFill>
              <a:schemeClr val="accent5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 flipH="1">
            <a:off x="2786306" y="2954610"/>
            <a:ext cx="6981572" cy="148796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>
            <a:off x="5207387" y="2366961"/>
            <a:ext cx="4656027" cy="216969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/>
          <p:cNvSpPr txBox="1"/>
          <p:nvPr/>
        </p:nvSpPr>
        <p:spPr>
          <a:xfrm>
            <a:off x="7741410" y="2136566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pic>
        <p:nvPicPr>
          <p:cNvPr id="50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60309" y="138829"/>
            <a:ext cx="1127999" cy="909237"/>
          </a:xfrm>
          <a:prstGeom prst="rect">
            <a:avLst/>
          </a:prstGeom>
          <a:noFill/>
        </p:spPr>
      </p:pic>
      <p:sp>
        <p:nvSpPr>
          <p:cNvPr id="25" name="テキスト ボックス 24"/>
          <p:cNvSpPr txBox="1"/>
          <p:nvPr/>
        </p:nvSpPr>
        <p:spPr>
          <a:xfrm>
            <a:off x="6079759" y="3171147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6077718" y="4673713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 flipH="1">
            <a:off x="2644048" y="1169787"/>
            <a:ext cx="33753" cy="53191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5" idx="2"/>
          </p:cNvCxnSpPr>
          <p:nvPr/>
        </p:nvCxnSpPr>
        <p:spPr>
          <a:xfrm>
            <a:off x="5120575" y="1169787"/>
            <a:ext cx="2268" cy="53191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>
            <a:off x="7496633" y="1168894"/>
            <a:ext cx="18842" cy="53200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/>
          <p:cNvCxnSpPr>
            <a:stCxn id="46" idx="0"/>
          </p:cNvCxnSpPr>
          <p:nvPr/>
        </p:nvCxnSpPr>
        <p:spPr>
          <a:xfrm>
            <a:off x="2804639" y="1526466"/>
            <a:ext cx="4572540" cy="21446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/>
          <p:cNvCxnSpPr/>
          <p:nvPr/>
        </p:nvCxnSpPr>
        <p:spPr>
          <a:xfrm flipH="1">
            <a:off x="5245223" y="2049650"/>
            <a:ext cx="2118309" cy="12349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/>
          <p:cNvSpPr txBox="1"/>
          <p:nvPr/>
        </p:nvSpPr>
        <p:spPr>
          <a:xfrm>
            <a:off x="4314299" y="1211381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34" name="角丸四角形 33"/>
          <p:cNvSpPr/>
          <p:nvPr/>
        </p:nvSpPr>
        <p:spPr>
          <a:xfrm rot="5400000">
            <a:off x="7211863" y="1775572"/>
            <a:ext cx="590806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0" name="角丸四角形 39"/>
          <p:cNvSpPr/>
          <p:nvPr/>
        </p:nvSpPr>
        <p:spPr>
          <a:xfrm rot="5400000">
            <a:off x="4924062" y="2117450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4" name="角丸四角形 43"/>
          <p:cNvSpPr/>
          <p:nvPr/>
        </p:nvSpPr>
        <p:spPr>
          <a:xfrm rot="5400000">
            <a:off x="9501703" y="2607522"/>
            <a:ext cx="786029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6" name="角丸四角形 45"/>
          <p:cNvSpPr/>
          <p:nvPr/>
        </p:nvSpPr>
        <p:spPr>
          <a:xfrm rot="5400000">
            <a:off x="2419535" y="139191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7" name="角丸四角形 46"/>
          <p:cNvSpPr/>
          <p:nvPr/>
        </p:nvSpPr>
        <p:spPr>
          <a:xfrm rot="5400000">
            <a:off x="9580319" y="3738011"/>
            <a:ext cx="647133" cy="23534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63" name="直線矢印コネクタ 62"/>
          <p:cNvCxnSpPr/>
          <p:nvPr/>
        </p:nvCxnSpPr>
        <p:spPr>
          <a:xfrm>
            <a:off x="2805386" y="3410937"/>
            <a:ext cx="6962492" cy="27707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角丸四角形 63"/>
          <p:cNvSpPr/>
          <p:nvPr/>
        </p:nvSpPr>
        <p:spPr>
          <a:xfrm rot="5400000">
            <a:off x="2224843" y="3101023"/>
            <a:ext cx="877228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66" name="直線矢印コネクタ 65"/>
          <p:cNvCxnSpPr/>
          <p:nvPr/>
        </p:nvCxnSpPr>
        <p:spPr>
          <a:xfrm flipH="1">
            <a:off x="5245223" y="4051127"/>
            <a:ext cx="4533861" cy="262031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/>
          <p:cNvCxnSpPr/>
          <p:nvPr/>
        </p:nvCxnSpPr>
        <p:spPr>
          <a:xfrm>
            <a:off x="5224369" y="4497241"/>
            <a:ext cx="2152810" cy="160935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角丸四角形 68"/>
          <p:cNvSpPr/>
          <p:nvPr/>
        </p:nvSpPr>
        <p:spPr>
          <a:xfrm rot="5400000">
            <a:off x="6604256" y="5203843"/>
            <a:ext cx="1813970" cy="249445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1" name="角丸四角形 70"/>
          <p:cNvSpPr/>
          <p:nvPr/>
        </p:nvSpPr>
        <p:spPr>
          <a:xfrm rot="5400000">
            <a:off x="9295039" y="5269833"/>
            <a:ext cx="1221187" cy="27551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76" name="カギ線コネクタ 8"/>
          <p:cNvCxnSpPr/>
          <p:nvPr/>
        </p:nvCxnSpPr>
        <p:spPr>
          <a:xfrm flipH="1">
            <a:off x="7660340" y="5609501"/>
            <a:ext cx="2157625" cy="164044"/>
          </a:xfrm>
          <a:prstGeom prst="straightConnector1">
            <a:avLst/>
          </a:prstGeom>
          <a:ln w="38100"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フローチャート: 書類 79"/>
          <p:cNvSpPr/>
          <p:nvPr/>
        </p:nvSpPr>
        <p:spPr>
          <a:xfrm>
            <a:off x="8184394" y="4562902"/>
            <a:ext cx="1231900" cy="585698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Authorization Code</a:t>
            </a:r>
          </a:p>
        </p:txBody>
      </p:sp>
      <p:sp>
        <p:nvSpPr>
          <p:cNvPr id="83" name="フローチャート: 書類 82"/>
          <p:cNvSpPr/>
          <p:nvPr/>
        </p:nvSpPr>
        <p:spPr>
          <a:xfrm>
            <a:off x="8176303" y="5436431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84" name="フローチャート: 書類 83"/>
          <p:cNvSpPr/>
          <p:nvPr/>
        </p:nvSpPr>
        <p:spPr>
          <a:xfrm>
            <a:off x="5839117" y="4117808"/>
            <a:ext cx="1231900" cy="585698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Authorization Code</a:t>
            </a:r>
          </a:p>
        </p:txBody>
      </p:sp>
      <p:sp>
        <p:nvSpPr>
          <p:cNvPr id="118" name="テキスト ボックス 117"/>
          <p:cNvSpPr txBox="1"/>
          <p:nvPr/>
        </p:nvSpPr>
        <p:spPr>
          <a:xfrm>
            <a:off x="7649769" y="4443543"/>
            <a:ext cx="58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2" name="角丸四角形 51"/>
          <p:cNvSpPr/>
          <p:nvPr/>
        </p:nvSpPr>
        <p:spPr>
          <a:xfrm rot="5400000">
            <a:off x="4922718" y="4263250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6" name="角丸四角形 55"/>
          <p:cNvSpPr/>
          <p:nvPr/>
        </p:nvSpPr>
        <p:spPr>
          <a:xfrm rot="5400000">
            <a:off x="4920880" y="2884306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8" name="角丸四角形 57"/>
          <p:cNvSpPr/>
          <p:nvPr/>
        </p:nvSpPr>
        <p:spPr>
          <a:xfrm rot="5400000">
            <a:off x="4920880" y="3380063"/>
            <a:ext cx="384249" cy="281083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580260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1676801" y="1111985"/>
            <a:ext cx="1319764" cy="42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owner</a:t>
            </a:r>
          </a:p>
        </p:txBody>
      </p:sp>
      <p:sp>
        <p:nvSpPr>
          <p:cNvPr id="5" name="角丸四角形 4"/>
          <p:cNvSpPr/>
          <p:nvPr/>
        </p:nvSpPr>
        <p:spPr>
          <a:xfrm>
            <a:off x="3820738" y="1113163"/>
            <a:ext cx="1319764" cy="421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User agent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7683553" y="1113635"/>
            <a:ext cx="1372226" cy="42120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pic>
        <p:nvPicPr>
          <p:cNvPr id="8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5905" y="421248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/>
          <p:cNvSpPr txBox="1"/>
          <p:nvPr/>
        </p:nvSpPr>
        <p:spPr>
          <a:xfrm>
            <a:off x="3057893" y="3002466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5760407" y="1111985"/>
            <a:ext cx="1319764" cy="4212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32" name="直線矢印コネクタ 31"/>
          <p:cNvCxnSpPr/>
          <p:nvPr/>
        </p:nvCxnSpPr>
        <p:spPr>
          <a:xfrm flipH="1" flipV="1">
            <a:off x="4624965" y="5519190"/>
            <a:ext cx="1942824" cy="105649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/>
          <p:cNvCxnSpPr/>
          <p:nvPr/>
        </p:nvCxnSpPr>
        <p:spPr>
          <a:xfrm>
            <a:off x="4630504" y="2380794"/>
            <a:ext cx="3629454" cy="108292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/>
          <p:cNvSpPr txBox="1"/>
          <p:nvPr/>
        </p:nvSpPr>
        <p:spPr>
          <a:xfrm>
            <a:off x="3088927" y="1396178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447020" y="2088128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6" name="File"/>
          <p:cNvSpPr>
            <a:spLocks noEditPoints="1" noChangeArrowheads="1"/>
          </p:cNvSpPr>
          <p:nvPr/>
        </p:nvSpPr>
        <p:spPr bwMode="auto">
          <a:xfrm>
            <a:off x="9585406" y="936129"/>
            <a:ext cx="1519739" cy="59705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400" dirty="0"/>
              <a:t>Web</a:t>
            </a:r>
            <a:r>
              <a:rPr lang="ja-JP" altLang="en-US" sz="1400" dirty="0"/>
              <a:t> </a:t>
            </a:r>
            <a:r>
              <a:rPr lang="en-US" altLang="ja-JP" sz="1400" dirty="0"/>
              <a:t>hosted</a:t>
            </a:r>
          </a:p>
          <a:p>
            <a:pPr algn="ctr"/>
            <a:r>
              <a:rPr lang="en-US" altLang="ja-JP" sz="1400" dirty="0"/>
              <a:t>client resource</a:t>
            </a:r>
            <a:endParaRPr lang="ja-JP" altLang="en-US" sz="14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401829" y="3882805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4519795" y="5132298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4527018" y="5757617"/>
            <a:ext cx="60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(6)</a:t>
            </a:r>
            <a:endParaRPr kumimoji="1" lang="ja-JP" altLang="en-US" dirty="0">
              <a:solidFill>
                <a:schemeClr val="bg1"/>
              </a:solidFill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cxnSp>
        <p:nvCxnSpPr>
          <p:cNvPr id="28" name="直線矢印コネクタ 27"/>
          <p:cNvCxnSpPr/>
          <p:nvPr/>
        </p:nvCxnSpPr>
        <p:spPr>
          <a:xfrm>
            <a:off x="2450869" y="1705150"/>
            <a:ext cx="3861524" cy="11099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/>
          <p:cNvCxnSpPr>
            <a:stCxn id="4" idx="2"/>
          </p:cNvCxnSpPr>
          <p:nvPr/>
        </p:nvCxnSpPr>
        <p:spPr>
          <a:xfrm flipH="1">
            <a:off x="2300902" y="1533185"/>
            <a:ext cx="35781" cy="493371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>
            <a:stCxn id="5" idx="2"/>
          </p:cNvCxnSpPr>
          <p:nvPr/>
        </p:nvCxnSpPr>
        <p:spPr>
          <a:xfrm>
            <a:off x="4480620" y="1534363"/>
            <a:ext cx="12877" cy="49543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30" idx="2"/>
          </p:cNvCxnSpPr>
          <p:nvPr/>
        </p:nvCxnSpPr>
        <p:spPr>
          <a:xfrm>
            <a:off x="6420289" y="1533185"/>
            <a:ext cx="11096" cy="49555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>
            <a:stCxn id="6" idx="2"/>
          </p:cNvCxnSpPr>
          <p:nvPr/>
        </p:nvCxnSpPr>
        <p:spPr>
          <a:xfrm flipH="1">
            <a:off x="8368461" y="1534835"/>
            <a:ext cx="1205" cy="497564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/>
          <p:nvPr/>
        </p:nvCxnSpPr>
        <p:spPr>
          <a:xfrm>
            <a:off x="10345275" y="1533185"/>
            <a:ext cx="57032" cy="497729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/>
          <p:cNvCxnSpPr/>
          <p:nvPr/>
        </p:nvCxnSpPr>
        <p:spPr>
          <a:xfrm rot="10800000">
            <a:off x="4379751" y="5021815"/>
            <a:ext cx="25410" cy="349829"/>
          </a:xfrm>
          <a:prstGeom prst="bentConnector3">
            <a:avLst>
              <a:gd name="adj1" fmla="val 1331094"/>
            </a:avLst>
          </a:prstGeom>
          <a:ln w="38100">
            <a:solidFill>
              <a:schemeClr val="accent6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3997" y="489233"/>
            <a:ext cx="1127999" cy="909237"/>
          </a:xfrm>
          <a:prstGeom prst="rect">
            <a:avLst/>
          </a:prstGeom>
          <a:noFill/>
        </p:spPr>
      </p:pic>
      <p:sp>
        <p:nvSpPr>
          <p:cNvPr id="54" name="角丸四角形 53"/>
          <p:cNvSpPr/>
          <p:nvPr/>
        </p:nvSpPr>
        <p:spPr>
          <a:xfrm rot="5400000">
            <a:off x="2066999" y="1730420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5" name="角丸四角形 54"/>
          <p:cNvSpPr/>
          <p:nvPr/>
        </p:nvSpPr>
        <p:spPr>
          <a:xfrm rot="5400000">
            <a:off x="2038445" y="3067205"/>
            <a:ext cx="544952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69" name="角丸四角形 68"/>
          <p:cNvSpPr/>
          <p:nvPr/>
        </p:nvSpPr>
        <p:spPr>
          <a:xfrm rot="5400000">
            <a:off x="4235026" y="2129974"/>
            <a:ext cx="489768" cy="25952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1" name="角丸四角形 70"/>
          <p:cNvSpPr/>
          <p:nvPr/>
        </p:nvSpPr>
        <p:spPr>
          <a:xfrm rot="5400000">
            <a:off x="3524262" y="4668010"/>
            <a:ext cx="1958703" cy="25952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3" name="角丸四角形 72"/>
          <p:cNvSpPr/>
          <p:nvPr/>
        </p:nvSpPr>
        <p:spPr>
          <a:xfrm rot="5400000">
            <a:off x="6211144" y="1814847"/>
            <a:ext cx="44048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4" name="角丸四角形 73"/>
          <p:cNvSpPr/>
          <p:nvPr/>
        </p:nvSpPr>
        <p:spPr>
          <a:xfrm rot="5400000">
            <a:off x="6104116" y="5592473"/>
            <a:ext cx="675366" cy="23934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5" name="角丸四角形 74"/>
          <p:cNvSpPr/>
          <p:nvPr/>
        </p:nvSpPr>
        <p:spPr>
          <a:xfrm rot="5400000">
            <a:off x="8108818" y="2518191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76" name="角丸四角形 75"/>
          <p:cNvSpPr/>
          <p:nvPr/>
        </p:nvSpPr>
        <p:spPr>
          <a:xfrm rot="5400000">
            <a:off x="8118058" y="3460881"/>
            <a:ext cx="519142" cy="23534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82" name="直線矢印コネクタ 81"/>
          <p:cNvCxnSpPr/>
          <p:nvPr/>
        </p:nvCxnSpPr>
        <p:spPr>
          <a:xfrm flipH="1">
            <a:off x="4592008" y="2088128"/>
            <a:ext cx="1720385" cy="77048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/>
          <p:cNvCxnSpPr/>
          <p:nvPr/>
        </p:nvCxnSpPr>
        <p:spPr>
          <a:xfrm flipH="1">
            <a:off x="2443450" y="2786245"/>
            <a:ext cx="5816508" cy="286762"/>
          </a:xfrm>
          <a:prstGeom prst="straightConnector1">
            <a:avLst/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/>
          <p:cNvCxnSpPr/>
          <p:nvPr/>
        </p:nvCxnSpPr>
        <p:spPr>
          <a:xfrm>
            <a:off x="2452103" y="3320386"/>
            <a:ext cx="5807855" cy="137913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/>
          <p:cNvCxnSpPr/>
          <p:nvPr/>
        </p:nvCxnSpPr>
        <p:spPr>
          <a:xfrm flipH="1">
            <a:off x="4631420" y="3717360"/>
            <a:ext cx="3610202" cy="273159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/>
          <p:cNvCxnSpPr/>
          <p:nvPr/>
        </p:nvCxnSpPr>
        <p:spPr>
          <a:xfrm>
            <a:off x="4633586" y="4207190"/>
            <a:ext cx="5629746" cy="154975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矢印コネクタ 95"/>
          <p:cNvCxnSpPr/>
          <p:nvPr/>
        </p:nvCxnSpPr>
        <p:spPr>
          <a:xfrm flipH="1">
            <a:off x="4631419" y="4615429"/>
            <a:ext cx="5631913" cy="247271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フローチャート: 書類 58"/>
          <p:cNvSpPr/>
          <p:nvPr/>
        </p:nvSpPr>
        <p:spPr>
          <a:xfrm>
            <a:off x="5821450" y="3577047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107" name="角丸四角形 106"/>
          <p:cNvSpPr/>
          <p:nvPr/>
        </p:nvSpPr>
        <p:spPr>
          <a:xfrm rot="5400000">
            <a:off x="10114798" y="4379244"/>
            <a:ext cx="559638" cy="262569"/>
          </a:xfrm>
          <a:prstGeom prst="round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21" name="フローチャート: 書類 120"/>
          <p:cNvSpPr/>
          <p:nvPr/>
        </p:nvSpPr>
        <p:spPr>
          <a:xfrm>
            <a:off x="4948041" y="5297025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</p:spTree>
    <p:extLst>
      <p:ext uri="{BB962C8B-B14F-4D97-AF65-F5344CB8AC3E}">
        <p14:creationId xmlns:p14="http://schemas.microsoft.com/office/powerpoint/2010/main" val="159084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/>
          <p:cNvCxnSpPr/>
          <p:nvPr/>
        </p:nvCxnSpPr>
        <p:spPr>
          <a:xfrm>
            <a:off x="8969834" y="1906420"/>
            <a:ext cx="2716" cy="2837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角丸四角形 13"/>
          <p:cNvSpPr/>
          <p:nvPr/>
        </p:nvSpPr>
        <p:spPr>
          <a:xfrm>
            <a:off x="2299342" y="1490019"/>
            <a:ext cx="1785614" cy="4227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owner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8087509" y="1490019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pic>
        <p:nvPicPr>
          <p:cNvPr id="17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24076" y="843943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角丸四角形 18"/>
          <p:cNvSpPr/>
          <p:nvPr/>
        </p:nvSpPr>
        <p:spPr>
          <a:xfrm>
            <a:off x="5191401" y="1490018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30" name="直線コネクタ 29"/>
          <p:cNvCxnSpPr>
            <a:stCxn id="14" idx="2"/>
          </p:cNvCxnSpPr>
          <p:nvPr/>
        </p:nvCxnSpPr>
        <p:spPr>
          <a:xfrm>
            <a:off x="3192149" y="1912742"/>
            <a:ext cx="16415" cy="277356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>
            <a:stCxn id="19" idx="2"/>
          </p:cNvCxnSpPr>
          <p:nvPr/>
        </p:nvCxnSpPr>
        <p:spPr>
          <a:xfrm>
            <a:off x="6084208" y="1911849"/>
            <a:ext cx="6349" cy="27744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角丸四角形 17"/>
          <p:cNvSpPr/>
          <p:nvPr/>
        </p:nvSpPr>
        <p:spPr>
          <a:xfrm rot="5400000">
            <a:off x="2942048" y="2134874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20" name="角丸四角形 19"/>
          <p:cNvSpPr/>
          <p:nvPr/>
        </p:nvSpPr>
        <p:spPr>
          <a:xfrm rot="5400000">
            <a:off x="5814131" y="247367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1" name="直線矢印コネクタ 20"/>
          <p:cNvCxnSpPr/>
          <p:nvPr/>
        </p:nvCxnSpPr>
        <p:spPr>
          <a:xfrm>
            <a:off x="3318988" y="2308549"/>
            <a:ext cx="2635132" cy="31464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/>
          <p:cNvSpPr/>
          <p:nvPr/>
        </p:nvSpPr>
        <p:spPr>
          <a:xfrm rot="5400000">
            <a:off x="8680115" y="2798659"/>
            <a:ext cx="598799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6220728" y="2634263"/>
            <a:ext cx="2631948" cy="283072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5824113" y="357375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6215137" y="3086105"/>
            <a:ext cx="2643451" cy="59645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フローチャート: 書類 34"/>
          <p:cNvSpPr/>
          <p:nvPr/>
        </p:nvSpPr>
        <p:spPr>
          <a:xfrm>
            <a:off x="6917535" y="3192381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3819586" y="2017762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6505676" y="2292232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8317936" y="3224898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0545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コネクタ 12"/>
          <p:cNvCxnSpPr/>
          <p:nvPr/>
        </p:nvCxnSpPr>
        <p:spPr>
          <a:xfrm>
            <a:off x="7443113" y="1906420"/>
            <a:ext cx="2716" cy="28370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角丸四角形 15"/>
          <p:cNvSpPr/>
          <p:nvPr/>
        </p:nvSpPr>
        <p:spPr>
          <a:xfrm>
            <a:off x="6560788" y="1490019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19" name="角丸四角形 18"/>
          <p:cNvSpPr/>
          <p:nvPr/>
        </p:nvSpPr>
        <p:spPr>
          <a:xfrm>
            <a:off x="3664680" y="1490018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32" name="直線コネクタ 31"/>
          <p:cNvCxnSpPr>
            <a:stCxn id="19" idx="2"/>
          </p:cNvCxnSpPr>
          <p:nvPr/>
        </p:nvCxnSpPr>
        <p:spPr>
          <a:xfrm>
            <a:off x="4557487" y="1911849"/>
            <a:ext cx="6349" cy="27744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 rot="5400000">
            <a:off x="4287410" y="247367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23" name="角丸四角形 22"/>
          <p:cNvSpPr/>
          <p:nvPr/>
        </p:nvSpPr>
        <p:spPr>
          <a:xfrm rot="5400000">
            <a:off x="7153394" y="2798659"/>
            <a:ext cx="598799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4694007" y="2593443"/>
            <a:ext cx="2631948" cy="283072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4297392" y="3573751"/>
            <a:ext cx="540153" cy="260174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4688416" y="3086105"/>
            <a:ext cx="2643451" cy="596456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フローチャート: 書類 34"/>
          <p:cNvSpPr/>
          <p:nvPr/>
        </p:nvSpPr>
        <p:spPr>
          <a:xfrm>
            <a:off x="5390814" y="3192381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006329" y="2234426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6720166" y="3224898"/>
            <a:ext cx="563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5537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6087847" y="1157143"/>
            <a:ext cx="26706" cy="47904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8105828" y="734420"/>
            <a:ext cx="1785614" cy="422723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server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205523" y="740742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2325734" y="740741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>
            <a:off x="8998635" y="1157143"/>
            <a:ext cx="1608" cy="486199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 flipH="1">
            <a:off x="3203313" y="1162572"/>
            <a:ext cx="15228" cy="47850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 rot="5400000">
            <a:off x="5835911" y="1801453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8863845" y="288772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0" name="角丸四角形 9"/>
          <p:cNvSpPr/>
          <p:nvPr/>
        </p:nvSpPr>
        <p:spPr>
          <a:xfrm rot="5400000">
            <a:off x="2967983" y="154318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3353087" y="1658153"/>
            <a:ext cx="2626763" cy="16373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 rot="5400000">
            <a:off x="2960276" y="239050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3353087" y="2052865"/>
            <a:ext cx="2607923" cy="34847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書類 20"/>
          <p:cNvSpPr/>
          <p:nvPr/>
        </p:nvSpPr>
        <p:spPr>
          <a:xfrm>
            <a:off x="4033894" y="1981648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3328324" y="2583761"/>
            <a:ext cx="5524630" cy="45645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2986264" y="3752991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3367014" y="3275904"/>
            <a:ext cx="5496834" cy="48809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3367014" y="3993964"/>
            <a:ext cx="5524630" cy="45645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角丸四角形 34"/>
          <p:cNvSpPr/>
          <p:nvPr/>
        </p:nvSpPr>
        <p:spPr>
          <a:xfrm>
            <a:off x="8888852" y="4278698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39" name="直線矢印コネクタ 38"/>
          <p:cNvCxnSpPr/>
          <p:nvPr/>
        </p:nvCxnSpPr>
        <p:spPr>
          <a:xfrm flipH="1">
            <a:off x="3376291" y="4668705"/>
            <a:ext cx="5496834" cy="48809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角丸四角形 39"/>
          <p:cNvSpPr/>
          <p:nvPr/>
        </p:nvSpPr>
        <p:spPr>
          <a:xfrm rot="5400000">
            <a:off x="2987589" y="5090143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1" name="フローチャート: 書類 40"/>
          <p:cNvSpPr/>
          <p:nvPr/>
        </p:nvSpPr>
        <p:spPr>
          <a:xfrm>
            <a:off x="6520893" y="2567859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</p:txBody>
      </p:sp>
      <p:sp>
        <p:nvSpPr>
          <p:cNvPr id="44" name="フローチャート: 書類 43"/>
          <p:cNvSpPr/>
          <p:nvPr/>
        </p:nvSpPr>
        <p:spPr>
          <a:xfrm>
            <a:off x="6520893" y="4067424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(Expired)</a:t>
            </a:r>
          </a:p>
        </p:txBody>
      </p:sp>
      <p:sp>
        <p:nvSpPr>
          <p:cNvPr id="46" name="爆発 1 45"/>
          <p:cNvSpPr/>
          <p:nvPr/>
        </p:nvSpPr>
        <p:spPr>
          <a:xfrm>
            <a:off x="8944915" y="4153997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744726" y="4972132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3266437" y="131059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5245226" y="2082174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3236821" y="2638504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8101248" y="3331489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3203313" y="4045762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194241" y="4738172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(6)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682307" y="3533953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Protected Resource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28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6087847" y="544893"/>
            <a:ext cx="11822" cy="58956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8797592" y="122170"/>
            <a:ext cx="1785614" cy="422723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server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205523" y="128492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1610113" y="128491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 flipH="1">
            <a:off x="9683140" y="544893"/>
            <a:ext cx="7259" cy="597517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>
            <a:off x="2502920" y="550322"/>
            <a:ext cx="9477" cy="5890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 rot="5400000">
            <a:off x="5835911" y="1189203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9552977" y="217469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0" name="角丸四角形 9"/>
          <p:cNvSpPr/>
          <p:nvPr/>
        </p:nvSpPr>
        <p:spPr>
          <a:xfrm rot="5400000">
            <a:off x="2252362" y="93093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2578084" y="926144"/>
            <a:ext cx="3401766" cy="2834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 rot="5400000">
            <a:off x="2244655" y="177825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2621784" y="1440615"/>
            <a:ext cx="3339227" cy="3487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書類 20"/>
          <p:cNvSpPr/>
          <p:nvPr/>
        </p:nvSpPr>
        <p:spPr>
          <a:xfrm>
            <a:off x="3068024" y="1377862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(A)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2586192" y="2026272"/>
            <a:ext cx="6943164" cy="2668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2270643" y="3061230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2619111" y="2576827"/>
            <a:ext cx="6918197" cy="4739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/>
          <p:nvPr/>
        </p:nvCxnSpPr>
        <p:spPr>
          <a:xfrm>
            <a:off x="2654551" y="3255638"/>
            <a:ext cx="6927608" cy="34473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角丸四角形 34"/>
          <p:cNvSpPr/>
          <p:nvPr/>
        </p:nvSpPr>
        <p:spPr>
          <a:xfrm>
            <a:off x="9588567" y="347561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39" name="直線矢印コネクタ 38"/>
          <p:cNvCxnSpPr/>
          <p:nvPr/>
        </p:nvCxnSpPr>
        <p:spPr>
          <a:xfrm flipH="1">
            <a:off x="2654551" y="3867884"/>
            <a:ext cx="6927608" cy="55963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角丸四角形 39"/>
          <p:cNvSpPr/>
          <p:nvPr/>
        </p:nvSpPr>
        <p:spPr>
          <a:xfrm rot="5400000">
            <a:off x="2271968" y="442223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1" name="フローチャート: 書類 40"/>
          <p:cNvSpPr/>
          <p:nvPr/>
        </p:nvSpPr>
        <p:spPr>
          <a:xfrm>
            <a:off x="6676040" y="1922034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(A)</a:t>
            </a:r>
          </a:p>
        </p:txBody>
      </p:sp>
      <p:sp>
        <p:nvSpPr>
          <p:cNvPr id="44" name="フローチャート: 書類 43"/>
          <p:cNvSpPr/>
          <p:nvPr/>
        </p:nvSpPr>
        <p:spPr>
          <a:xfrm>
            <a:off x="6678727" y="3293969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(A) (Expired)</a:t>
            </a:r>
          </a:p>
        </p:txBody>
      </p:sp>
      <p:sp>
        <p:nvSpPr>
          <p:cNvPr id="46" name="爆発 1 45"/>
          <p:cNvSpPr/>
          <p:nvPr/>
        </p:nvSpPr>
        <p:spPr>
          <a:xfrm>
            <a:off x="9644630" y="3350916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828278" y="4194012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2481222" y="556824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5409773" y="1438016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2449641" y="2010352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8937326" y="2631305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444064" y="331817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(5)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8928984" y="388660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(6)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682307" y="284219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Protected Resource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  <p:sp>
        <p:nvSpPr>
          <p:cNvPr id="36" name="フローチャート: 書類 35"/>
          <p:cNvSpPr/>
          <p:nvPr/>
        </p:nvSpPr>
        <p:spPr>
          <a:xfrm>
            <a:off x="4376438" y="1375857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(A)</a:t>
            </a:r>
          </a:p>
        </p:txBody>
      </p:sp>
      <p:sp>
        <p:nvSpPr>
          <p:cNvPr id="56" name="角丸四角形 55"/>
          <p:cNvSpPr/>
          <p:nvPr/>
        </p:nvSpPr>
        <p:spPr>
          <a:xfrm rot="5400000">
            <a:off x="5835911" y="5315107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57" name="直線矢印コネクタ 56"/>
          <p:cNvCxnSpPr/>
          <p:nvPr/>
        </p:nvCxnSpPr>
        <p:spPr>
          <a:xfrm>
            <a:off x="2587445" y="4646090"/>
            <a:ext cx="3377923" cy="66504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>
            <a:endCxn id="62" idx="0"/>
          </p:cNvCxnSpPr>
          <p:nvPr/>
        </p:nvCxnSpPr>
        <p:spPr>
          <a:xfrm flipH="1">
            <a:off x="2629758" y="5529708"/>
            <a:ext cx="3352148" cy="41181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フローチャート: 書類 58"/>
          <p:cNvSpPr/>
          <p:nvPr/>
        </p:nvSpPr>
        <p:spPr>
          <a:xfrm>
            <a:off x="3066650" y="5487219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(B)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437471" y="5580665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(8)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1" name="フローチャート: 書類 60"/>
          <p:cNvSpPr/>
          <p:nvPr/>
        </p:nvSpPr>
        <p:spPr>
          <a:xfrm>
            <a:off x="4369981" y="5476821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(B)</a:t>
            </a:r>
          </a:p>
        </p:txBody>
      </p:sp>
      <p:sp>
        <p:nvSpPr>
          <p:cNvPr id="62" name="角丸四角形 61"/>
          <p:cNvSpPr/>
          <p:nvPr/>
        </p:nvSpPr>
        <p:spPr>
          <a:xfrm rot="5400000">
            <a:off x="2244654" y="5806971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2429956" y="4673873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(7)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4" name="フローチャート: 書類 63"/>
          <p:cNvSpPr/>
          <p:nvPr/>
        </p:nvSpPr>
        <p:spPr>
          <a:xfrm>
            <a:off x="3673521" y="4702731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(A)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2982323" y="68186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Authorization Grant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694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線コネクタ 42"/>
          <p:cNvCxnSpPr/>
          <p:nvPr/>
        </p:nvCxnSpPr>
        <p:spPr>
          <a:xfrm>
            <a:off x="6087847" y="544893"/>
            <a:ext cx="11822" cy="58956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/>
          <p:cNvSpPr/>
          <p:nvPr/>
        </p:nvSpPr>
        <p:spPr>
          <a:xfrm>
            <a:off x="8797592" y="122170"/>
            <a:ext cx="1785614" cy="422723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Resource server</a:t>
            </a:r>
          </a:p>
        </p:txBody>
      </p:sp>
      <p:sp>
        <p:nvSpPr>
          <p:cNvPr id="6" name="角丸四角形 5"/>
          <p:cNvSpPr/>
          <p:nvPr/>
        </p:nvSpPr>
        <p:spPr>
          <a:xfrm>
            <a:off x="5205523" y="128492"/>
            <a:ext cx="1785614" cy="42272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1610113" y="128491"/>
            <a:ext cx="1785614" cy="421831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cxnSp>
        <p:nvCxnSpPr>
          <p:cNvPr id="7" name="直線コネクタ 6"/>
          <p:cNvCxnSpPr>
            <a:stCxn id="4" idx="2"/>
          </p:cNvCxnSpPr>
          <p:nvPr/>
        </p:nvCxnSpPr>
        <p:spPr>
          <a:xfrm flipH="1">
            <a:off x="9683140" y="544893"/>
            <a:ext cx="7259" cy="597517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>
            <a:stCxn id="30" idx="2"/>
          </p:cNvCxnSpPr>
          <p:nvPr/>
        </p:nvCxnSpPr>
        <p:spPr>
          <a:xfrm>
            <a:off x="2502920" y="550322"/>
            <a:ext cx="9477" cy="5890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角丸四角形 44"/>
          <p:cNvSpPr/>
          <p:nvPr/>
        </p:nvSpPr>
        <p:spPr>
          <a:xfrm rot="5400000">
            <a:off x="5835911" y="1189203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9552977" y="2174697"/>
            <a:ext cx="253678" cy="519286"/>
          </a:xfrm>
          <a:prstGeom prst="roundRect">
            <a:avLst/>
          </a:prstGeom>
          <a:gradFill>
            <a:gsLst>
              <a:gs pos="0">
                <a:schemeClr val="accent4">
                  <a:lumMod val="98000"/>
                </a:schemeClr>
              </a:gs>
              <a:gs pos="50000">
                <a:schemeClr val="accent4">
                  <a:lumMod val="100000"/>
                </a:schemeClr>
              </a:gs>
              <a:gs pos="100000">
                <a:schemeClr val="accent4">
                  <a:lumMod val="99000"/>
                </a:schemeClr>
              </a:gs>
            </a:gsLst>
          </a:gra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10" name="角丸四角形 9"/>
          <p:cNvSpPr/>
          <p:nvPr/>
        </p:nvSpPr>
        <p:spPr>
          <a:xfrm rot="5400000">
            <a:off x="2252362" y="930939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1" name="直線矢印コネクタ 10"/>
          <p:cNvCxnSpPr/>
          <p:nvPr/>
        </p:nvCxnSpPr>
        <p:spPr>
          <a:xfrm>
            <a:off x="2578084" y="926144"/>
            <a:ext cx="3401766" cy="28349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 rot="5400000">
            <a:off x="2244655" y="1778258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14" name="直線矢印コネクタ 13"/>
          <p:cNvCxnSpPr/>
          <p:nvPr/>
        </p:nvCxnSpPr>
        <p:spPr>
          <a:xfrm flipH="1">
            <a:off x="2621784" y="1440615"/>
            <a:ext cx="3339227" cy="3487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フローチャート: 書類 20"/>
          <p:cNvSpPr/>
          <p:nvPr/>
        </p:nvSpPr>
        <p:spPr>
          <a:xfrm>
            <a:off x="3068024" y="1377862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(A)</a:t>
            </a:r>
          </a:p>
        </p:txBody>
      </p:sp>
      <p:cxnSp>
        <p:nvCxnSpPr>
          <p:cNvPr id="22" name="直線矢印コネクタ 21"/>
          <p:cNvCxnSpPr/>
          <p:nvPr/>
        </p:nvCxnSpPr>
        <p:spPr>
          <a:xfrm>
            <a:off x="2586192" y="2026272"/>
            <a:ext cx="6943164" cy="26680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/>
          <p:cNvSpPr/>
          <p:nvPr/>
        </p:nvSpPr>
        <p:spPr>
          <a:xfrm rot="5400000">
            <a:off x="2270643" y="3479873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2629758" y="2576827"/>
            <a:ext cx="6907552" cy="88456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/>
          <p:cNvCxnSpPr>
            <a:endCxn id="64" idx="2"/>
          </p:cNvCxnSpPr>
          <p:nvPr/>
        </p:nvCxnSpPr>
        <p:spPr>
          <a:xfrm>
            <a:off x="2654551" y="3674281"/>
            <a:ext cx="3323343" cy="28956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/>
          <p:nvPr/>
        </p:nvCxnSpPr>
        <p:spPr>
          <a:xfrm flipH="1">
            <a:off x="2654551" y="4106145"/>
            <a:ext cx="3306460" cy="50783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角丸四角形 39"/>
          <p:cNvSpPr/>
          <p:nvPr/>
        </p:nvSpPr>
        <p:spPr>
          <a:xfrm rot="5400000">
            <a:off x="2271968" y="4653592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4" name="フローチャート: 書類 43"/>
          <p:cNvSpPr/>
          <p:nvPr/>
        </p:nvSpPr>
        <p:spPr>
          <a:xfrm>
            <a:off x="6678727" y="1926351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(A) (Expired)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4828278" y="324502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444064" y="3736813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(1)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259614" y="418433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(2)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cxnSp>
        <p:nvCxnSpPr>
          <p:cNvPr id="57" name="直線矢印コネクタ 56"/>
          <p:cNvCxnSpPr>
            <a:endCxn id="56" idx="2"/>
          </p:cNvCxnSpPr>
          <p:nvPr/>
        </p:nvCxnSpPr>
        <p:spPr>
          <a:xfrm>
            <a:off x="2666181" y="4984079"/>
            <a:ext cx="3302534" cy="34384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/>
          <p:cNvCxnSpPr>
            <a:endCxn id="62" idx="0"/>
          </p:cNvCxnSpPr>
          <p:nvPr/>
        </p:nvCxnSpPr>
        <p:spPr>
          <a:xfrm flipH="1">
            <a:off x="2629758" y="5461848"/>
            <a:ext cx="3384294" cy="54536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フローチャート: 書類 58"/>
          <p:cNvSpPr/>
          <p:nvPr/>
        </p:nvSpPr>
        <p:spPr>
          <a:xfrm>
            <a:off x="3066650" y="5454174"/>
            <a:ext cx="1231900" cy="585698"/>
          </a:xfrm>
          <a:prstGeom prst="flowChartDocumen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Access Token (B)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5437471" y="5547620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(4)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1" name="フローチャート: 書類 60"/>
          <p:cNvSpPr/>
          <p:nvPr/>
        </p:nvSpPr>
        <p:spPr>
          <a:xfrm>
            <a:off x="4369981" y="5443776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(B)</a:t>
            </a:r>
          </a:p>
        </p:txBody>
      </p:sp>
      <p:sp>
        <p:nvSpPr>
          <p:cNvPr id="62" name="角丸四角形 61"/>
          <p:cNvSpPr/>
          <p:nvPr/>
        </p:nvSpPr>
        <p:spPr>
          <a:xfrm rot="5400000">
            <a:off x="2244654" y="5872670"/>
            <a:ext cx="501114" cy="2690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2429956" y="5092516"/>
            <a:ext cx="80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(3)</a:t>
            </a:r>
            <a:endParaRPr kumimoji="1" lang="ja-JP" altLang="en-US" dirty="0">
              <a:latin typeface="HG創英角ｺﾞｼｯｸUB" panose="020B0909000000000000" pitchFamily="49" charset="-128"/>
              <a:ea typeface="HG創英角ｺﾞｼｯｸUB" panose="020B0909000000000000" pitchFamily="49" charset="-128"/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2982323" y="681866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Authorization Grant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  <p:sp>
        <p:nvSpPr>
          <p:cNvPr id="66" name="爆発 1 65"/>
          <p:cNvSpPr/>
          <p:nvPr/>
        </p:nvSpPr>
        <p:spPr>
          <a:xfrm>
            <a:off x="9645954" y="2087984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フローチャート: 書類 66"/>
          <p:cNvSpPr/>
          <p:nvPr/>
        </p:nvSpPr>
        <p:spPr>
          <a:xfrm>
            <a:off x="3775451" y="3564995"/>
            <a:ext cx="1231900" cy="585698"/>
          </a:xfrm>
          <a:prstGeom prst="flowChartDocument">
            <a:avLst/>
          </a:prstGeom>
          <a:solidFill>
            <a:srgbClr val="F7D6D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(A) (Expired)</a:t>
            </a:r>
          </a:p>
        </p:txBody>
      </p:sp>
      <p:sp>
        <p:nvSpPr>
          <p:cNvPr id="68" name="テキスト ボックス 67"/>
          <p:cNvSpPr txBox="1"/>
          <p:nvPr/>
        </p:nvSpPr>
        <p:spPr>
          <a:xfrm rot="21074030">
            <a:off x="2948233" y="4349140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FF0000"/>
                </a:solidFill>
                <a:ea typeface="HG創英角ｺﾞｼｯｸUB" panose="020B0909000000000000" pitchFamily="49" charset="-128"/>
              </a:rPr>
              <a:t>Invalid Token Error</a:t>
            </a:r>
            <a:endParaRPr kumimoji="1" lang="ja-JP" altLang="en-US" dirty="0">
              <a:solidFill>
                <a:srgbClr val="FF0000"/>
              </a:solidFill>
              <a:ea typeface="HG創英角ｺﾞｼｯｸUB" panose="020B0909000000000000" pitchFamily="49" charset="-128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 rot="358317">
            <a:off x="2989611" y="4856808"/>
            <a:ext cx="27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ea typeface="HG創英角ｺﾞｼｯｸUB" panose="020B0909000000000000" pitchFamily="49" charset="-128"/>
              </a:rPr>
              <a:t>Authorization Grant</a:t>
            </a:r>
            <a:endParaRPr kumimoji="1" lang="ja-JP" altLang="en-US" dirty="0">
              <a:ea typeface="HG創英角ｺﾞｼｯｸUB" panose="020B0909000000000000" pitchFamily="49" charset="-128"/>
            </a:endParaRPr>
          </a:p>
        </p:txBody>
      </p:sp>
      <p:sp>
        <p:nvSpPr>
          <p:cNvPr id="55" name="フローチャート: 書類 54"/>
          <p:cNvSpPr/>
          <p:nvPr/>
        </p:nvSpPr>
        <p:spPr>
          <a:xfrm>
            <a:off x="4376438" y="1375857"/>
            <a:ext cx="1231900" cy="585698"/>
          </a:xfrm>
          <a:prstGeom prst="flowChartDocumen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Refresh Token (A)</a:t>
            </a:r>
          </a:p>
        </p:txBody>
      </p:sp>
      <p:sp>
        <p:nvSpPr>
          <p:cNvPr id="64" name="角丸四角形 63"/>
          <p:cNvSpPr/>
          <p:nvPr/>
        </p:nvSpPr>
        <p:spPr>
          <a:xfrm rot="5400000">
            <a:off x="5845090" y="3837010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46" name="爆発 1 45"/>
          <p:cNvSpPr/>
          <p:nvPr/>
        </p:nvSpPr>
        <p:spPr>
          <a:xfrm>
            <a:off x="6016644" y="3603445"/>
            <a:ext cx="673100" cy="737439"/>
          </a:xfrm>
          <a:prstGeom prst="irregularSeal1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角丸四角形 55"/>
          <p:cNvSpPr/>
          <p:nvPr/>
        </p:nvSpPr>
        <p:spPr>
          <a:xfrm rot="5400000">
            <a:off x="5835911" y="5201084"/>
            <a:ext cx="519286" cy="25367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417513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角丸四角形 61"/>
          <p:cNvSpPr/>
          <p:nvPr/>
        </p:nvSpPr>
        <p:spPr>
          <a:xfrm>
            <a:off x="7103717" y="2900756"/>
            <a:ext cx="4538553" cy="3023124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1" name="角丸四角形 50"/>
          <p:cNvSpPr/>
          <p:nvPr/>
        </p:nvSpPr>
        <p:spPr>
          <a:xfrm>
            <a:off x="511889" y="1419226"/>
            <a:ext cx="4235912" cy="4643556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pic>
        <p:nvPicPr>
          <p:cNvPr id="47" name="Picture 6" descr="C:\Users\btshimizukza\AppData\Local\Microsoft\Windows\Temporary Internet Files\Low\Content.IE5\TSGXMUM1\MC900433944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30487" y="288620"/>
            <a:ext cx="857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角丸四角形 47"/>
          <p:cNvSpPr/>
          <p:nvPr/>
        </p:nvSpPr>
        <p:spPr>
          <a:xfrm>
            <a:off x="4751544" y="435360"/>
            <a:ext cx="2352174" cy="89519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User agent</a:t>
            </a:r>
          </a:p>
        </p:txBody>
      </p:sp>
      <p:pic>
        <p:nvPicPr>
          <p:cNvPr id="50" name="Picture 6" descr="http://designleaves.y-com.info/images/material/f_icon/prettyxbrowser_p24_bl_nl_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4810" y="-199744"/>
            <a:ext cx="1238567" cy="998362"/>
          </a:xfrm>
          <a:prstGeom prst="rect">
            <a:avLst/>
          </a:prstGeom>
          <a:noFill/>
        </p:spPr>
      </p:pic>
      <p:sp>
        <p:nvSpPr>
          <p:cNvPr id="53" name="角丸四角形 52"/>
          <p:cNvSpPr/>
          <p:nvPr/>
        </p:nvSpPr>
        <p:spPr>
          <a:xfrm>
            <a:off x="7103717" y="1419226"/>
            <a:ext cx="4538553" cy="1313124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/>
          </a:p>
        </p:txBody>
      </p:sp>
      <p:sp>
        <p:nvSpPr>
          <p:cNvPr id="56" name="正方形/長方形 55"/>
          <p:cNvSpPr/>
          <p:nvPr/>
        </p:nvSpPr>
        <p:spPr>
          <a:xfrm>
            <a:off x="966141" y="1858775"/>
            <a:ext cx="3301298" cy="360954"/>
          </a:xfrm>
          <a:prstGeom prst="rect">
            <a:avLst/>
          </a:prstGeom>
          <a:solidFill>
            <a:srgbClr val="FFD582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Security Filter</a:t>
            </a:r>
            <a:endParaRPr lang="ja-JP" altLang="en-US" sz="1400" dirty="0"/>
          </a:p>
        </p:txBody>
      </p:sp>
      <p:sp>
        <p:nvSpPr>
          <p:cNvPr id="60" name="正方形/長方形 59"/>
          <p:cNvSpPr/>
          <p:nvPr/>
        </p:nvSpPr>
        <p:spPr>
          <a:xfrm>
            <a:off x="7344898" y="1481329"/>
            <a:ext cx="1948320" cy="52096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Authorization Endpoint</a:t>
            </a:r>
            <a:endParaRPr lang="ja-JP" altLang="en-US" sz="1400" dirty="0"/>
          </a:p>
        </p:txBody>
      </p:sp>
      <p:sp>
        <p:nvSpPr>
          <p:cNvPr id="68" name="正方形/長方形 67"/>
          <p:cNvSpPr/>
          <p:nvPr/>
        </p:nvSpPr>
        <p:spPr>
          <a:xfrm>
            <a:off x="7480669" y="5058101"/>
            <a:ext cx="3316642" cy="368818"/>
          </a:xfrm>
          <a:prstGeom prst="rect">
            <a:avLst/>
          </a:prstGeom>
          <a:solidFill>
            <a:srgbClr val="FFD582"/>
          </a:solidFill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Security Filter</a:t>
            </a:r>
            <a:endParaRPr lang="ja-JP" altLang="en-US" sz="1400" dirty="0"/>
          </a:p>
        </p:txBody>
      </p:sp>
      <p:sp>
        <p:nvSpPr>
          <p:cNvPr id="69" name="正方形/長方形 68"/>
          <p:cNvSpPr/>
          <p:nvPr/>
        </p:nvSpPr>
        <p:spPr>
          <a:xfrm>
            <a:off x="7286524" y="3210431"/>
            <a:ext cx="2028513" cy="4452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Resource</a:t>
            </a:r>
            <a:endParaRPr lang="ja-JP" altLang="en-US" sz="1400" dirty="0"/>
          </a:p>
        </p:txBody>
      </p:sp>
      <p:sp>
        <p:nvSpPr>
          <p:cNvPr id="71" name="正方形/長方形 70"/>
          <p:cNvSpPr/>
          <p:nvPr/>
        </p:nvSpPr>
        <p:spPr>
          <a:xfrm>
            <a:off x="676862" y="2720313"/>
            <a:ext cx="1939928" cy="4901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Service</a:t>
            </a:r>
            <a:endParaRPr lang="ja-JP" altLang="en-US" sz="1400" dirty="0"/>
          </a:p>
        </p:txBody>
      </p:sp>
      <p:cxnSp>
        <p:nvCxnSpPr>
          <p:cNvPr id="77" name="直線矢印コネクタ 76"/>
          <p:cNvCxnSpPr>
            <a:endCxn id="71" idx="0"/>
          </p:cNvCxnSpPr>
          <p:nvPr/>
        </p:nvCxnSpPr>
        <p:spPr>
          <a:xfrm>
            <a:off x="1646826" y="2219729"/>
            <a:ext cx="0" cy="50058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線矢印コネクタ 77"/>
          <p:cNvCxnSpPr>
            <a:stCxn id="71" idx="2"/>
          </p:cNvCxnSpPr>
          <p:nvPr/>
        </p:nvCxnSpPr>
        <p:spPr>
          <a:xfrm>
            <a:off x="1646826" y="3210431"/>
            <a:ext cx="0" cy="6356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線矢印コネクタ 80"/>
          <p:cNvCxnSpPr>
            <a:stCxn id="55" idx="3"/>
            <a:endCxn id="68" idx="1"/>
          </p:cNvCxnSpPr>
          <p:nvPr/>
        </p:nvCxnSpPr>
        <p:spPr>
          <a:xfrm flipV="1">
            <a:off x="3759494" y="5242510"/>
            <a:ext cx="3721175" cy="3331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矢印コネクタ 83"/>
          <p:cNvCxnSpPr/>
          <p:nvPr/>
        </p:nvCxnSpPr>
        <p:spPr>
          <a:xfrm>
            <a:off x="7061399" y="644565"/>
            <a:ext cx="1600001" cy="82728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テキスト ボックス 91"/>
          <p:cNvSpPr txBox="1"/>
          <p:nvPr/>
        </p:nvSpPr>
        <p:spPr>
          <a:xfrm>
            <a:off x="9810174" y="5554548"/>
            <a:ext cx="179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Resource server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9438655" y="1475030"/>
            <a:ext cx="2200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Authorization server</a:t>
            </a: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3592013" y="5609098"/>
            <a:ext cx="98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Client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cxnSp>
        <p:nvCxnSpPr>
          <p:cNvPr id="95" name="直線矢印コネクタ 94"/>
          <p:cNvCxnSpPr>
            <a:stCxn id="47" idx="1"/>
          </p:cNvCxnSpPr>
          <p:nvPr/>
        </p:nvCxnSpPr>
        <p:spPr>
          <a:xfrm flipV="1">
            <a:off x="3687737" y="699411"/>
            <a:ext cx="1063807" cy="17834"/>
          </a:xfrm>
          <a:prstGeom prst="straightConnector1">
            <a:avLst/>
          </a:prstGeom>
          <a:ln w="38100"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正方形/長方形 96"/>
          <p:cNvSpPr/>
          <p:nvPr/>
        </p:nvSpPr>
        <p:spPr>
          <a:xfrm>
            <a:off x="5521759" y="6460742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Spring</a:t>
            </a:r>
            <a:r>
              <a:rPr lang="ja-JP" altLang="en-US" dirty="0"/>
              <a:t> </a:t>
            </a:r>
            <a:r>
              <a:rPr lang="en-US" altLang="ja-JP" dirty="0"/>
              <a:t>/ Spring Security</a:t>
            </a:r>
            <a:endParaRPr kumimoji="1" lang="ja-JP" altLang="en-US" dirty="0"/>
          </a:p>
        </p:txBody>
      </p:sp>
      <p:sp>
        <p:nvSpPr>
          <p:cNvPr id="99" name="正方形/長方形 98"/>
          <p:cNvSpPr/>
          <p:nvPr/>
        </p:nvSpPr>
        <p:spPr>
          <a:xfrm>
            <a:off x="8525206" y="6479733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100" name="角丸四角形 99"/>
          <p:cNvSpPr/>
          <p:nvPr/>
        </p:nvSpPr>
        <p:spPr>
          <a:xfrm>
            <a:off x="1554480" y="6075134"/>
            <a:ext cx="10123373" cy="764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1" name="テキスト ボックス 100"/>
          <p:cNvSpPr txBox="1"/>
          <p:nvPr/>
        </p:nvSpPr>
        <p:spPr>
          <a:xfrm>
            <a:off x="5956421" y="6040468"/>
            <a:ext cx="1796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  <p:sp>
        <p:nvSpPr>
          <p:cNvPr id="102" name="線吹き出し 2 (枠付き) 101"/>
          <p:cNvSpPr/>
          <p:nvPr/>
        </p:nvSpPr>
        <p:spPr>
          <a:xfrm>
            <a:off x="5118972" y="4119534"/>
            <a:ext cx="1927664" cy="553092"/>
          </a:xfrm>
          <a:prstGeom prst="borderCallout2">
            <a:avLst>
              <a:gd name="adj1" fmla="val 18750"/>
              <a:gd name="adj2" fmla="val -4793"/>
              <a:gd name="adj3" fmla="val 18750"/>
              <a:gd name="adj4" fmla="val -16667"/>
              <a:gd name="adj5" fmla="val 202105"/>
              <a:gd name="adj6" fmla="val 6604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Resource access</a:t>
            </a:r>
            <a:r>
              <a:rPr lang="ja-JP" altLang="en-US" sz="1400" dirty="0"/>
              <a:t>　</a:t>
            </a:r>
            <a:r>
              <a:rPr lang="en-US" altLang="ja-JP" sz="1400" dirty="0"/>
              <a:t> request</a:t>
            </a:r>
          </a:p>
        </p:txBody>
      </p:sp>
      <p:sp>
        <p:nvSpPr>
          <p:cNvPr id="103" name="線吹き出し 2 (枠付き) 102"/>
          <p:cNvSpPr/>
          <p:nvPr/>
        </p:nvSpPr>
        <p:spPr>
          <a:xfrm>
            <a:off x="9045699" y="256898"/>
            <a:ext cx="2218256" cy="778308"/>
          </a:xfrm>
          <a:prstGeom prst="borderCallout2">
            <a:avLst>
              <a:gd name="adj1" fmla="val 58111"/>
              <a:gd name="adj2" fmla="val 961"/>
              <a:gd name="adj3" fmla="val 73593"/>
              <a:gd name="adj4" fmla="val -20813"/>
              <a:gd name="adj5" fmla="val 110434"/>
              <a:gd name="adj6" fmla="val -40922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Resource owner authentication/</a:t>
            </a:r>
          </a:p>
          <a:p>
            <a:pPr algn="ctr"/>
            <a:r>
              <a:rPr lang="en-US" altLang="ja-JP" sz="1400" dirty="0"/>
              <a:t>Authorization request </a:t>
            </a:r>
          </a:p>
        </p:txBody>
      </p:sp>
      <p:sp>
        <p:nvSpPr>
          <p:cNvPr id="104" name="線吹き出し 2 (枠付き) 103"/>
          <p:cNvSpPr/>
          <p:nvPr/>
        </p:nvSpPr>
        <p:spPr>
          <a:xfrm>
            <a:off x="3349931" y="2632859"/>
            <a:ext cx="2100909" cy="778308"/>
          </a:xfrm>
          <a:prstGeom prst="borderCallout2">
            <a:avLst>
              <a:gd name="adj1" fmla="val 46332"/>
              <a:gd name="adj2" fmla="val 100320"/>
              <a:gd name="adj3" fmla="val 49433"/>
              <a:gd name="adj4" fmla="val 100317"/>
              <a:gd name="adj5" fmla="val 71601"/>
              <a:gd name="adj6" fmla="val 1182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Client authentication/</a:t>
            </a:r>
          </a:p>
          <a:p>
            <a:pPr algn="ctr"/>
            <a:r>
              <a:rPr lang="en-US" altLang="ja-JP" sz="1400" dirty="0"/>
              <a:t>Access token request </a:t>
            </a:r>
          </a:p>
        </p:txBody>
      </p:sp>
      <p:sp>
        <p:nvSpPr>
          <p:cNvPr id="108" name="テキスト ボックス 107"/>
          <p:cNvSpPr txBox="1"/>
          <p:nvPr/>
        </p:nvSpPr>
        <p:spPr>
          <a:xfrm>
            <a:off x="3563691" y="1015866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(1)(6)</a:t>
            </a:r>
          </a:p>
        </p:txBody>
      </p:sp>
      <p:sp>
        <p:nvSpPr>
          <p:cNvPr id="110" name="テキスト ボックス 109"/>
          <p:cNvSpPr txBox="1"/>
          <p:nvPr/>
        </p:nvSpPr>
        <p:spPr>
          <a:xfrm>
            <a:off x="3378312" y="2185660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111" name="テキスト ボックス 110"/>
          <p:cNvSpPr txBox="1"/>
          <p:nvPr/>
        </p:nvSpPr>
        <p:spPr>
          <a:xfrm>
            <a:off x="1131315" y="4616027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(10)</a:t>
            </a:r>
          </a:p>
        </p:txBody>
      </p:sp>
      <p:sp>
        <p:nvSpPr>
          <p:cNvPr id="57" name="正方形/長方形 56"/>
          <p:cNvSpPr/>
          <p:nvPr/>
        </p:nvSpPr>
        <p:spPr>
          <a:xfrm>
            <a:off x="1200150" y="3854071"/>
            <a:ext cx="3082632" cy="610702"/>
          </a:xfrm>
          <a:prstGeom prst="rect">
            <a:avLst/>
          </a:prstGeom>
          <a:solidFill>
            <a:srgbClr val="FFD582"/>
          </a:solidFill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OAuth2AuthorizedClientManager</a:t>
            </a:r>
            <a:endParaRPr lang="ja-JP" altLang="en-US" sz="1400" dirty="0"/>
          </a:p>
        </p:txBody>
      </p:sp>
      <p:sp>
        <p:nvSpPr>
          <p:cNvPr id="89" name="正方形/長方形 88"/>
          <p:cNvSpPr/>
          <p:nvPr/>
        </p:nvSpPr>
        <p:spPr>
          <a:xfrm>
            <a:off x="7480669" y="4350002"/>
            <a:ext cx="3316642" cy="433312"/>
          </a:xfrm>
          <a:prstGeom prst="rect">
            <a:avLst/>
          </a:prstGeom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/>
              <a:t>AuthenticationManager</a:t>
            </a:r>
            <a:endParaRPr lang="ja-JP" altLang="en-US" sz="1400" dirty="0"/>
          </a:p>
        </p:txBody>
      </p:sp>
      <p:cxnSp>
        <p:nvCxnSpPr>
          <p:cNvPr id="90" name="直線矢印コネクタ 89"/>
          <p:cNvCxnSpPr>
            <a:stCxn id="68" idx="0"/>
            <a:endCxn id="89" idx="2"/>
          </p:cNvCxnSpPr>
          <p:nvPr/>
        </p:nvCxnSpPr>
        <p:spPr>
          <a:xfrm flipV="1">
            <a:off x="9138990" y="4783314"/>
            <a:ext cx="0" cy="27478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線矢印コネクタ 106"/>
          <p:cNvCxnSpPr/>
          <p:nvPr/>
        </p:nvCxnSpPr>
        <p:spPr>
          <a:xfrm flipV="1">
            <a:off x="8148517" y="3655687"/>
            <a:ext cx="0" cy="6943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直線矢印コネクタ 111"/>
          <p:cNvCxnSpPr/>
          <p:nvPr/>
        </p:nvCxnSpPr>
        <p:spPr>
          <a:xfrm flipH="1" flipV="1">
            <a:off x="10154827" y="2589359"/>
            <a:ext cx="14536" cy="174397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テキスト ボックス 114"/>
          <p:cNvSpPr txBox="1"/>
          <p:nvPr/>
        </p:nvSpPr>
        <p:spPr>
          <a:xfrm>
            <a:off x="8123813" y="3796983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(12)</a:t>
            </a:r>
          </a:p>
        </p:txBody>
      </p:sp>
      <p:sp>
        <p:nvSpPr>
          <p:cNvPr id="117" name="正方形/長方形 116"/>
          <p:cNvSpPr/>
          <p:nvPr/>
        </p:nvSpPr>
        <p:spPr>
          <a:xfrm>
            <a:off x="7344898" y="2088061"/>
            <a:ext cx="1948320" cy="52096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Token </a:t>
            </a:r>
            <a:r>
              <a:rPr lang="en-US" altLang="ja-JP" sz="1400" dirty="0" err="1"/>
              <a:t>Enpoint</a:t>
            </a:r>
            <a:endParaRPr lang="ja-JP" altLang="en-US" sz="1400" dirty="0"/>
          </a:p>
        </p:txBody>
      </p:sp>
      <p:cxnSp>
        <p:nvCxnSpPr>
          <p:cNvPr id="87" name="直線矢印コネクタ 86"/>
          <p:cNvCxnSpPr>
            <a:cxnSpLocks/>
          </p:cNvCxnSpPr>
          <p:nvPr/>
        </p:nvCxnSpPr>
        <p:spPr>
          <a:xfrm flipV="1">
            <a:off x="3200400" y="2238507"/>
            <a:ext cx="5874" cy="1615564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テキスト ボックス 90"/>
          <p:cNvSpPr txBox="1"/>
          <p:nvPr/>
        </p:nvSpPr>
        <p:spPr>
          <a:xfrm>
            <a:off x="1858633" y="3345629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(2)(8)</a:t>
            </a:r>
          </a:p>
        </p:txBody>
      </p:sp>
      <p:cxnSp>
        <p:nvCxnSpPr>
          <p:cNvPr id="96" name="直線矢印コネクタ 95"/>
          <p:cNvCxnSpPr>
            <a:cxnSpLocks/>
            <a:endCxn id="56" idx="0"/>
          </p:cNvCxnSpPr>
          <p:nvPr/>
        </p:nvCxnSpPr>
        <p:spPr>
          <a:xfrm flipH="1">
            <a:off x="2616790" y="1171324"/>
            <a:ext cx="2131011" cy="68745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線矢印コネクタ 97"/>
          <p:cNvCxnSpPr/>
          <p:nvPr/>
        </p:nvCxnSpPr>
        <p:spPr>
          <a:xfrm flipV="1">
            <a:off x="3486032" y="1345294"/>
            <a:ext cx="1379519" cy="50786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>
            <a:off x="1074233" y="3210431"/>
            <a:ext cx="0" cy="180744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矢印コネクタ 118"/>
          <p:cNvCxnSpPr>
            <a:stCxn id="57" idx="3"/>
            <a:endCxn id="117" idx="1"/>
          </p:cNvCxnSpPr>
          <p:nvPr/>
        </p:nvCxnSpPr>
        <p:spPr>
          <a:xfrm flipV="1">
            <a:off x="4282782" y="2348544"/>
            <a:ext cx="3062116" cy="181087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テキスト ボックス 119"/>
          <p:cNvSpPr txBox="1"/>
          <p:nvPr/>
        </p:nvSpPr>
        <p:spPr>
          <a:xfrm>
            <a:off x="5302110" y="3476714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(9)</a:t>
            </a:r>
          </a:p>
        </p:txBody>
      </p:sp>
      <p:sp>
        <p:nvSpPr>
          <p:cNvPr id="123" name="正方形/長方形 122"/>
          <p:cNvSpPr/>
          <p:nvPr/>
        </p:nvSpPr>
        <p:spPr>
          <a:xfrm>
            <a:off x="9478598" y="2079550"/>
            <a:ext cx="1948320" cy="52096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JWK Set </a:t>
            </a:r>
            <a:r>
              <a:rPr lang="en-US" altLang="ja-JP" sz="1400" dirty="0" err="1"/>
              <a:t>uri</a:t>
            </a:r>
            <a:r>
              <a:rPr lang="en-US" altLang="ja-JP" sz="1400" dirty="0"/>
              <a:t>/</a:t>
            </a:r>
          </a:p>
          <a:p>
            <a:pPr algn="ctr"/>
            <a:r>
              <a:rPr lang="en-US" altLang="ja-JP" sz="1400" dirty="0"/>
              <a:t>Introspection </a:t>
            </a:r>
            <a:r>
              <a:rPr lang="en-US" altLang="ja-JP" sz="1400" dirty="0" err="1"/>
              <a:t>uri</a:t>
            </a:r>
            <a:endParaRPr lang="ja-JP" altLang="en-US" sz="1400" dirty="0"/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10154827" y="3602892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(11)</a:t>
            </a:r>
          </a:p>
        </p:txBody>
      </p:sp>
      <p:sp>
        <p:nvSpPr>
          <p:cNvPr id="130" name="テキスト ボックス 129"/>
          <p:cNvSpPr txBox="1"/>
          <p:nvPr/>
        </p:nvSpPr>
        <p:spPr>
          <a:xfrm>
            <a:off x="7613957" y="558799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55" name="正方形/長方形 54"/>
          <p:cNvSpPr/>
          <p:nvPr/>
        </p:nvSpPr>
        <p:spPr>
          <a:xfrm>
            <a:off x="676862" y="5036650"/>
            <a:ext cx="3082632" cy="478353"/>
          </a:xfrm>
          <a:prstGeom prst="rect">
            <a:avLst/>
          </a:prstGeom>
          <a:ln>
            <a:solidFill>
              <a:srgbClr val="FFD5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 err="1"/>
              <a:t>RestTemplate</a:t>
            </a:r>
            <a:endParaRPr lang="ja-JP" altLang="en-US" sz="1400" dirty="0"/>
          </a:p>
        </p:txBody>
      </p:sp>
      <p:cxnSp>
        <p:nvCxnSpPr>
          <p:cNvPr id="58" name="直線矢印コネクタ 57"/>
          <p:cNvCxnSpPr/>
          <p:nvPr/>
        </p:nvCxnSpPr>
        <p:spPr>
          <a:xfrm flipH="1" flipV="1">
            <a:off x="7096920" y="928949"/>
            <a:ext cx="1005152" cy="51786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テキスト ボックス 58"/>
          <p:cNvSpPr txBox="1"/>
          <p:nvPr/>
        </p:nvSpPr>
        <p:spPr>
          <a:xfrm>
            <a:off x="7076013" y="1003217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(5)</a:t>
            </a:r>
          </a:p>
        </p:txBody>
      </p:sp>
      <p:sp>
        <p:nvSpPr>
          <p:cNvPr id="61" name="正方形/長方形 60"/>
          <p:cNvSpPr/>
          <p:nvPr/>
        </p:nvSpPr>
        <p:spPr>
          <a:xfrm>
            <a:off x="1896193" y="6430852"/>
            <a:ext cx="3388061" cy="273586"/>
          </a:xfrm>
          <a:prstGeom prst="rect">
            <a:avLst/>
          </a:prstGeom>
          <a:solidFill>
            <a:srgbClr val="F7D6D3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Authorization</a:t>
            </a:r>
            <a:r>
              <a:rPr lang="ja-JP" altLang="en-US" dirty="0"/>
              <a:t> </a:t>
            </a:r>
            <a:r>
              <a:rPr lang="en-US" altLang="ja-JP" dirty="0"/>
              <a:t>server Endpoint</a:t>
            </a:r>
            <a:endParaRPr kumimoji="1" lang="ja-JP" altLang="en-US" dirty="0"/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68560D70-D564-BAF6-8ED0-B6C77CED29D8}"/>
              </a:ext>
            </a:extLst>
          </p:cNvPr>
          <p:cNvCxnSpPr>
            <a:cxnSpLocks/>
            <a:stCxn id="56" idx="3"/>
            <a:endCxn id="117" idx="1"/>
          </p:cNvCxnSpPr>
          <p:nvPr/>
        </p:nvCxnSpPr>
        <p:spPr>
          <a:xfrm>
            <a:off x="4267439" y="2039252"/>
            <a:ext cx="3077459" cy="30929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54406EA-5C55-AAF0-DBBE-AF3EA42D7DE1}"/>
              </a:ext>
            </a:extLst>
          </p:cNvPr>
          <p:cNvCxnSpPr>
            <a:cxnSpLocks/>
            <a:stCxn id="104" idx="0"/>
          </p:cNvCxnSpPr>
          <p:nvPr/>
        </p:nvCxnSpPr>
        <p:spPr>
          <a:xfrm flipV="1">
            <a:off x="5450840" y="2233343"/>
            <a:ext cx="505581" cy="788670"/>
          </a:xfrm>
          <a:prstGeom prst="line">
            <a:avLst/>
          </a:prstGeom>
          <a:ln w="1270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2BCB79-948B-BDAB-5E71-87F62EA4353E}"/>
              </a:ext>
            </a:extLst>
          </p:cNvPr>
          <p:cNvSpPr txBox="1"/>
          <p:nvPr/>
        </p:nvSpPr>
        <p:spPr>
          <a:xfrm>
            <a:off x="4907869" y="1715529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336805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5091452" y="480348"/>
            <a:ext cx="1835555" cy="51462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2568102" y="1149958"/>
            <a:ext cx="6128426" cy="342204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6773849" y="4143700"/>
            <a:ext cx="201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Resource server</a:t>
            </a: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3056734" y="2037055"/>
            <a:ext cx="55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4364940" y="1737296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FilterSecurityInterceptor</a:t>
            </a:r>
            <a:endParaRPr lang="en-US" altLang="ja-JP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144912" y="2439009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</a:t>
            </a:r>
          </a:p>
        </p:txBody>
      </p:sp>
      <p:cxnSp>
        <p:nvCxnSpPr>
          <p:cNvPr id="47" name="直線矢印コネクタ 46"/>
          <p:cNvCxnSpPr>
            <a:stCxn id="51" idx="2"/>
            <a:endCxn id="38" idx="0"/>
          </p:cNvCxnSpPr>
          <p:nvPr/>
        </p:nvCxnSpPr>
        <p:spPr>
          <a:xfrm>
            <a:off x="6023261" y="2336815"/>
            <a:ext cx="0" cy="64811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線矢印コネクタ 91"/>
          <p:cNvCxnSpPr>
            <a:stCxn id="7" idx="2"/>
            <a:endCxn id="51" idx="0"/>
          </p:cNvCxnSpPr>
          <p:nvPr/>
        </p:nvCxnSpPr>
        <p:spPr>
          <a:xfrm>
            <a:off x="6009230" y="994968"/>
            <a:ext cx="14031" cy="74232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6144912" y="1303393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38" name="正方形/長方形 37"/>
          <p:cNvSpPr/>
          <p:nvPr/>
        </p:nvSpPr>
        <p:spPr>
          <a:xfrm>
            <a:off x="4364940" y="2984930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ExceptionTranslationFilter</a:t>
            </a:r>
            <a:endParaRPr lang="en-US" altLang="ja-JP" dirty="0"/>
          </a:p>
        </p:txBody>
      </p:sp>
      <p:cxnSp>
        <p:nvCxnSpPr>
          <p:cNvPr id="10" name="カギ線コネクタ 9"/>
          <p:cNvCxnSpPr>
            <a:stCxn id="38" idx="1"/>
            <a:endCxn id="7" idx="1"/>
          </p:cNvCxnSpPr>
          <p:nvPr/>
        </p:nvCxnSpPr>
        <p:spPr>
          <a:xfrm rot="10800000" flipH="1">
            <a:off x="4364940" y="737658"/>
            <a:ext cx="726512" cy="2547032"/>
          </a:xfrm>
          <a:prstGeom prst="bentConnector3">
            <a:avLst>
              <a:gd name="adj1" fmla="val -97542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角丸四角形 18"/>
          <p:cNvSpPr/>
          <p:nvPr/>
        </p:nvSpPr>
        <p:spPr>
          <a:xfrm>
            <a:off x="5387649" y="4666590"/>
            <a:ext cx="3404438" cy="76455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5617317" y="5052198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576305" y="4636286"/>
            <a:ext cx="914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698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/>
          <p:cNvSpPr/>
          <p:nvPr/>
        </p:nvSpPr>
        <p:spPr>
          <a:xfrm>
            <a:off x="935491" y="1271439"/>
            <a:ext cx="8132228" cy="387449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2991075" y="480348"/>
            <a:ext cx="1835555" cy="51462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Client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7049480" y="4760494"/>
            <a:ext cx="201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Resource server</a:t>
            </a:r>
          </a:p>
        </p:txBody>
      </p:sp>
      <p:cxnSp>
        <p:nvCxnSpPr>
          <p:cNvPr id="92" name="直線矢印コネクタ 91"/>
          <p:cNvCxnSpPr>
            <a:stCxn id="7" idx="2"/>
            <a:endCxn id="51" idx="0"/>
          </p:cNvCxnSpPr>
          <p:nvPr/>
        </p:nvCxnSpPr>
        <p:spPr>
          <a:xfrm>
            <a:off x="3908853" y="994968"/>
            <a:ext cx="2601" cy="90501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3971325" y="1275313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105" name="テキスト ボックス 104"/>
          <p:cNvSpPr txBox="1"/>
          <p:nvPr/>
        </p:nvSpPr>
        <p:spPr>
          <a:xfrm>
            <a:off x="3971325" y="4443575"/>
            <a:ext cx="719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38" name="正方形/長方形 37"/>
          <p:cNvSpPr/>
          <p:nvPr/>
        </p:nvSpPr>
        <p:spPr>
          <a:xfrm>
            <a:off x="2244091" y="3246325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AuthenticationManager</a:t>
            </a:r>
            <a:endParaRPr lang="en-US" altLang="ja-JP" dirty="0"/>
          </a:p>
        </p:txBody>
      </p:sp>
      <p:sp>
        <p:nvSpPr>
          <p:cNvPr id="23" name="正方形/長方形 22"/>
          <p:cNvSpPr/>
          <p:nvPr/>
        </p:nvSpPr>
        <p:spPr>
          <a:xfrm>
            <a:off x="7049480" y="1901746"/>
            <a:ext cx="1760141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Resource</a:t>
            </a:r>
            <a:endParaRPr lang="ja-JP" altLang="en-US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5673595" y="3016611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31" name="正方形/長方形 30"/>
          <p:cNvSpPr/>
          <p:nvPr/>
        </p:nvSpPr>
        <p:spPr>
          <a:xfrm>
            <a:off x="6277023" y="3242459"/>
            <a:ext cx="2532598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SecurityContextHolder</a:t>
            </a:r>
            <a:endParaRPr lang="en-US" altLang="ja-JP" dirty="0"/>
          </a:p>
        </p:txBody>
      </p:sp>
      <p:sp>
        <p:nvSpPr>
          <p:cNvPr id="35" name="角丸四角形 34"/>
          <p:cNvSpPr/>
          <p:nvPr/>
        </p:nvSpPr>
        <p:spPr>
          <a:xfrm>
            <a:off x="2464539" y="5377565"/>
            <a:ext cx="2844800" cy="70815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/>
              <a:t>Authorization server</a:t>
            </a:r>
          </a:p>
        </p:txBody>
      </p:sp>
      <p:cxnSp>
        <p:nvCxnSpPr>
          <p:cNvPr id="36" name="直線矢印コネクタ 35"/>
          <p:cNvCxnSpPr>
            <a:stCxn id="38" idx="2"/>
            <a:endCxn id="35" idx="0"/>
          </p:cNvCxnSpPr>
          <p:nvPr/>
        </p:nvCxnSpPr>
        <p:spPr>
          <a:xfrm flipH="1">
            <a:off x="3886939" y="3845844"/>
            <a:ext cx="15473" cy="153172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カギ線コネクタ 53"/>
          <p:cNvCxnSpPr>
            <a:stCxn id="38" idx="1"/>
            <a:endCxn id="7" idx="1"/>
          </p:cNvCxnSpPr>
          <p:nvPr/>
        </p:nvCxnSpPr>
        <p:spPr>
          <a:xfrm rot="10800000" flipH="1">
            <a:off x="2244091" y="737659"/>
            <a:ext cx="746984" cy="2808427"/>
          </a:xfrm>
          <a:prstGeom prst="bentConnector3">
            <a:avLst>
              <a:gd name="adj1" fmla="val -10092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テキスト ボックス 57"/>
          <p:cNvSpPr txBox="1"/>
          <p:nvPr/>
        </p:nvSpPr>
        <p:spPr>
          <a:xfrm>
            <a:off x="935490" y="3114370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(4)’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2253133" y="1899984"/>
            <a:ext cx="3316642" cy="5995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BearerTokenAuthenticationFilter</a:t>
            </a:r>
            <a:r>
              <a:rPr lang="en-US" altLang="ja-JP" dirty="0"/>
              <a:t> </a:t>
            </a:r>
          </a:p>
        </p:txBody>
      </p:sp>
      <p:cxnSp>
        <p:nvCxnSpPr>
          <p:cNvPr id="47" name="直線矢印コネクタ 46"/>
          <p:cNvCxnSpPr>
            <a:stCxn id="51" idx="2"/>
            <a:endCxn id="38" idx="0"/>
          </p:cNvCxnSpPr>
          <p:nvPr/>
        </p:nvCxnSpPr>
        <p:spPr>
          <a:xfrm flipH="1">
            <a:off x="3902412" y="2499503"/>
            <a:ext cx="9042" cy="74682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線矢印コネクタ 51"/>
          <p:cNvCxnSpPr>
            <a:stCxn id="51" idx="3"/>
            <a:endCxn id="23" idx="1"/>
          </p:cNvCxnSpPr>
          <p:nvPr/>
        </p:nvCxnSpPr>
        <p:spPr>
          <a:xfrm>
            <a:off x="5569775" y="2199744"/>
            <a:ext cx="1479705" cy="176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5673595" y="1692177"/>
            <a:ext cx="628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(5)</a:t>
            </a:r>
          </a:p>
        </p:txBody>
      </p:sp>
      <p:sp>
        <p:nvSpPr>
          <p:cNvPr id="24" name="線吹き出し 2 (枠付き) 23"/>
          <p:cNvSpPr/>
          <p:nvPr/>
        </p:nvSpPr>
        <p:spPr>
          <a:xfrm>
            <a:off x="1399161" y="4695342"/>
            <a:ext cx="1592942" cy="499637"/>
          </a:xfrm>
          <a:prstGeom prst="borderCallout2">
            <a:avLst>
              <a:gd name="adj1" fmla="val 48910"/>
              <a:gd name="adj2" fmla="val 100416"/>
              <a:gd name="adj3" fmla="val 55670"/>
              <a:gd name="adj4" fmla="val 118770"/>
              <a:gd name="adj5" fmla="val 134281"/>
              <a:gd name="adj6" fmla="val 15129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JWK Set 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28" name="直線矢印コネクタ 27"/>
          <p:cNvCxnSpPr>
            <a:stCxn id="38" idx="3"/>
            <a:endCxn id="31" idx="1"/>
          </p:cNvCxnSpPr>
          <p:nvPr/>
        </p:nvCxnSpPr>
        <p:spPr>
          <a:xfrm flipV="1">
            <a:off x="5560733" y="3542219"/>
            <a:ext cx="716290" cy="386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/>
          <p:cNvSpPr/>
          <p:nvPr/>
        </p:nvSpPr>
        <p:spPr>
          <a:xfrm>
            <a:off x="5713918" y="5540303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/>
        </p:nvSpPr>
        <p:spPr>
          <a:xfrm>
            <a:off x="5713918" y="5895109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39" name="角丸四角形 38"/>
          <p:cNvSpPr/>
          <p:nvPr/>
        </p:nvSpPr>
        <p:spPr>
          <a:xfrm>
            <a:off x="5521760" y="5194225"/>
            <a:ext cx="3212666" cy="11303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6624946" y="5194225"/>
            <a:ext cx="98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674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9">
            <a:extLst>
              <a:ext uri="{FF2B5EF4-FFF2-40B4-BE49-F238E27FC236}">
                <a16:creationId xmlns:a16="http://schemas.microsoft.com/office/drawing/2014/main" id="{3710A35E-F0C6-A2C0-161C-73DC20A1CD43}"/>
              </a:ext>
            </a:extLst>
          </p:cNvPr>
          <p:cNvSpPr/>
          <p:nvPr/>
        </p:nvSpPr>
        <p:spPr>
          <a:xfrm>
            <a:off x="0" y="726477"/>
            <a:ext cx="7663508" cy="5886562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200" dirty="0"/>
          </a:p>
        </p:txBody>
      </p:sp>
      <p:sp>
        <p:nvSpPr>
          <p:cNvPr id="3" name="角丸四角形 88">
            <a:extLst>
              <a:ext uri="{FF2B5EF4-FFF2-40B4-BE49-F238E27FC236}">
                <a16:creationId xmlns:a16="http://schemas.microsoft.com/office/drawing/2014/main" id="{1E878BD4-E833-533C-3977-910541882535}"/>
              </a:ext>
            </a:extLst>
          </p:cNvPr>
          <p:cNvSpPr/>
          <p:nvPr/>
        </p:nvSpPr>
        <p:spPr>
          <a:xfrm>
            <a:off x="311772" y="1164632"/>
            <a:ext cx="4051494" cy="1688145"/>
          </a:xfrm>
          <a:prstGeom prst="roundRect">
            <a:avLst/>
          </a:prstGeom>
          <a:solidFill>
            <a:srgbClr val="FFC000">
              <a:alpha val="50000"/>
            </a:srgbClr>
          </a:solidFill>
          <a:ln w="381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Spring Security Filter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角丸四角形 4">
            <a:extLst>
              <a:ext uri="{FF2B5EF4-FFF2-40B4-BE49-F238E27FC236}">
                <a16:creationId xmlns:a16="http://schemas.microsoft.com/office/drawing/2014/main" id="{FE9AC005-AA90-1CB3-5F66-AD41500CFC69}"/>
              </a:ext>
            </a:extLst>
          </p:cNvPr>
          <p:cNvSpPr/>
          <p:nvPr/>
        </p:nvSpPr>
        <p:spPr>
          <a:xfrm>
            <a:off x="7818101" y="2105243"/>
            <a:ext cx="2844800" cy="70815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Authorization server</a:t>
            </a:r>
          </a:p>
        </p:txBody>
      </p:sp>
      <p:sp>
        <p:nvSpPr>
          <p:cNvPr id="6" name="角丸四角形 7">
            <a:extLst>
              <a:ext uri="{FF2B5EF4-FFF2-40B4-BE49-F238E27FC236}">
                <a16:creationId xmlns:a16="http://schemas.microsoft.com/office/drawing/2014/main" id="{B84BD915-7AF5-9B6B-0786-73D3A6FC0F3A}"/>
              </a:ext>
            </a:extLst>
          </p:cNvPr>
          <p:cNvSpPr/>
          <p:nvPr/>
        </p:nvSpPr>
        <p:spPr>
          <a:xfrm>
            <a:off x="7837326" y="4800303"/>
            <a:ext cx="2844800" cy="69931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Resource server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780C196-9836-BE0F-214A-F817E465FB59}"/>
              </a:ext>
            </a:extLst>
          </p:cNvPr>
          <p:cNvSpPr txBox="1"/>
          <p:nvPr/>
        </p:nvSpPr>
        <p:spPr>
          <a:xfrm>
            <a:off x="6187343" y="6314381"/>
            <a:ext cx="727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6D41FCB-0DC5-3DAC-7D57-6D186D8CA8F9}"/>
              </a:ext>
            </a:extLst>
          </p:cNvPr>
          <p:cNvCxnSpPr>
            <a:cxnSpLocks/>
            <a:stCxn id="14" idx="2"/>
            <a:endCxn id="3" idx="0"/>
          </p:cNvCxnSpPr>
          <p:nvPr/>
        </p:nvCxnSpPr>
        <p:spPr>
          <a:xfrm>
            <a:off x="2335699" y="536304"/>
            <a:ext cx="1820" cy="628328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102E02B-BD08-6CCC-4E50-BBEBC40B63D1}"/>
              </a:ext>
            </a:extLst>
          </p:cNvPr>
          <p:cNvSpPr/>
          <p:nvPr/>
        </p:nvSpPr>
        <p:spPr>
          <a:xfrm>
            <a:off x="744710" y="5824341"/>
            <a:ext cx="3185619" cy="538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OAuth2AuthorizedClientProvider</a:t>
            </a:r>
            <a:endParaRPr lang="en-US" altLang="ja-JP" sz="1200" i="1" dirty="0"/>
          </a:p>
        </p:txBody>
      </p:sp>
      <p:cxnSp>
        <p:nvCxnSpPr>
          <p:cNvPr id="11" name="カギ線コネクタ 32">
            <a:extLst>
              <a:ext uri="{FF2B5EF4-FFF2-40B4-BE49-F238E27FC236}">
                <a16:creationId xmlns:a16="http://schemas.microsoft.com/office/drawing/2014/main" id="{16B3C076-4891-0EB8-8DC4-24A85325377C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5512306" y="-1622952"/>
            <a:ext cx="1682343" cy="5774048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カギ線コネクタ 40">
            <a:extLst>
              <a:ext uri="{FF2B5EF4-FFF2-40B4-BE49-F238E27FC236}">
                <a16:creationId xmlns:a16="http://schemas.microsoft.com/office/drawing/2014/main" id="{6370C9B9-C249-0279-7CE6-40B49403F198}"/>
              </a:ext>
            </a:extLst>
          </p:cNvPr>
          <p:cNvCxnSpPr>
            <a:cxnSpLocks/>
          </p:cNvCxnSpPr>
          <p:nvPr/>
        </p:nvCxnSpPr>
        <p:spPr>
          <a:xfrm>
            <a:off x="3466453" y="244961"/>
            <a:ext cx="4672041" cy="1868671"/>
          </a:xfrm>
          <a:prstGeom prst="bentConnector3">
            <a:avLst>
              <a:gd name="adj1" fmla="val 99948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5EE5F66-AC8E-CD8A-9AB6-B3917380C192}"/>
              </a:ext>
            </a:extLst>
          </p:cNvPr>
          <p:cNvSpPr/>
          <p:nvPr/>
        </p:nvSpPr>
        <p:spPr>
          <a:xfrm>
            <a:off x="744710" y="4896415"/>
            <a:ext cx="3185619" cy="5788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OAuth2AuthorizedClientManager</a:t>
            </a:r>
            <a:endParaRPr lang="en-US" altLang="ja-JP" sz="1200" i="1" dirty="0"/>
          </a:p>
        </p:txBody>
      </p:sp>
      <p:sp>
        <p:nvSpPr>
          <p:cNvPr id="14" name="角丸四角形 79">
            <a:extLst>
              <a:ext uri="{FF2B5EF4-FFF2-40B4-BE49-F238E27FC236}">
                <a16:creationId xmlns:a16="http://schemas.microsoft.com/office/drawing/2014/main" id="{86E4D1DD-AAE6-DFB5-9863-33E0D8335370}"/>
              </a:ext>
            </a:extLst>
          </p:cNvPr>
          <p:cNvSpPr/>
          <p:nvPr/>
        </p:nvSpPr>
        <p:spPr>
          <a:xfrm>
            <a:off x="1203067" y="87457"/>
            <a:ext cx="2265264" cy="44884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User agent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22413E5-6E95-E479-E130-0FFBB5363BEE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2337520" y="3644099"/>
            <a:ext cx="0" cy="33335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FB6EB5B-0CAF-7340-09BE-2CE4F3BF9417}"/>
              </a:ext>
            </a:extLst>
          </p:cNvPr>
          <p:cNvCxnSpPr>
            <a:stCxn id="21" idx="2"/>
            <a:endCxn id="13" idx="0"/>
          </p:cNvCxnSpPr>
          <p:nvPr/>
        </p:nvCxnSpPr>
        <p:spPr>
          <a:xfrm>
            <a:off x="2337520" y="4443824"/>
            <a:ext cx="0" cy="45259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A50D383-9C44-9C5F-7D80-0C5317D05371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2337520" y="5475268"/>
            <a:ext cx="0" cy="34907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138A7B2-AD79-033F-6938-FCFA4E8C9C34}"/>
              </a:ext>
            </a:extLst>
          </p:cNvPr>
          <p:cNvSpPr/>
          <p:nvPr/>
        </p:nvSpPr>
        <p:spPr>
          <a:xfrm>
            <a:off x="743042" y="3177726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Controller</a:t>
            </a:r>
            <a:endParaRPr lang="ja-JP" altLang="en-US" sz="1400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66FAB76-01F3-EC86-5EA0-FF706705ACC2}"/>
              </a:ext>
            </a:extLst>
          </p:cNvPr>
          <p:cNvSpPr/>
          <p:nvPr/>
        </p:nvSpPr>
        <p:spPr>
          <a:xfrm>
            <a:off x="743042" y="3977451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Service</a:t>
            </a:r>
            <a:endParaRPr lang="ja-JP" altLang="en-US" sz="1400" dirty="0"/>
          </a:p>
        </p:txBody>
      </p:sp>
      <p:sp>
        <p:nvSpPr>
          <p:cNvPr id="22" name="円柱 21">
            <a:extLst>
              <a:ext uri="{FF2B5EF4-FFF2-40B4-BE49-F238E27FC236}">
                <a16:creationId xmlns:a16="http://schemas.microsoft.com/office/drawing/2014/main" id="{861F854C-DB62-9CB2-A373-64D6D9E2CE05}"/>
              </a:ext>
            </a:extLst>
          </p:cNvPr>
          <p:cNvSpPr/>
          <p:nvPr/>
        </p:nvSpPr>
        <p:spPr>
          <a:xfrm>
            <a:off x="4425658" y="4436000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OAuth2Authorized</a:t>
            </a:r>
          </a:p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円柱 22">
            <a:extLst>
              <a:ext uri="{FF2B5EF4-FFF2-40B4-BE49-F238E27FC236}">
                <a16:creationId xmlns:a16="http://schemas.microsoft.com/office/drawing/2014/main" id="{977AA325-FA0A-018C-D21D-24394966C8BF}"/>
              </a:ext>
            </a:extLst>
          </p:cNvPr>
          <p:cNvSpPr/>
          <p:nvPr/>
        </p:nvSpPr>
        <p:spPr>
          <a:xfrm>
            <a:off x="4425658" y="5328615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ClientRegistration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632225F-3314-4D98-C400-E28E0CFA6163}"/>
              </a:ext>
            </a:extLst>
          </p:cNvPr>
          <p:cNvCxnSpPr>
            <a:stCxn id="13" idx="3"/>
            <a:endCxn id="23" idx="2"/>
          </p:cNvCxnSpPr>
          <p:nvPr/>
        </p:nvCxnSpPr>
        <p:spPr>
          <a:xfrm>
            <a:off x="3930329" y="5185842"/>
            <a:ext cx="495329" cy="46396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47C6F50-2EAB-1A9D-016F-E09E6E240069}"/>
              </a:ext>
            </a:extLst>
          </p:cNvPr>
          <p:cNvCxnSpPr>
            <a:stCxn id="13" idx="3"/>
            <a:endCxn id="22" idx="2"/>
          </p:cNvCxnSpPr>
          <p:nvPr/>
        </p:nvCxnSpPr>
        <p:spPr>
          <a:xfrm flipV="1">
            <a:off x="3930329" y="4757189"/>
            <a:ext cx="495329" cy="428653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線吹き出し 2 (枠付き) 191">
            <a:extLst>
              <a:ext uri="{FF2B5EF4-FFF2-40B4-BE49-F238E27FC236}">
                <a16:creationId xmlns:a16="http://schemas.microsoft.com/office/drawing/2014/main" id="{908DD3CC-E10F-D4BB-C46F-7984A22A007C}"/>
              </a:ext>
            </a:extLst>
          </p:cNvPr>
          <p:cNvSpPr/>
          <p:nvPr/>
        </p:nvSpPr>
        <p:spPr>
          <a:xfrm>
            <a:off x="5965468" y="3001876"/>
            <a:ext cx="1592942" cy="499637"/>
          </a:xfrm>
          <a:prstGeom prst="borderCallout2">
            <a:avLst>
              <a:gd name="adj1" fmla="val 51579"/>
              <a:gd name="adj2" fmla="val 99698"/>
              <a:gd name="adj3" fmla="val -34092"/>
              <a:gd name="adj4" fmla="val 109655"/>
              <a:gd name="adj5" fmla="val -124122"/>
              <a:gd name="adj6" fmla="val 116099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token-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sp>
        <p:nvSpPr>
          <p:cNvPr id="27" name="線吹き出し 2 (枠付き) 193">
            <a:extLst>
              <a:ext uri="{FF2B5EF4-FFF2-40B4-BE49-F238E27FC236}">
                <a16:creationId xmlns:a16="http://schemas.microsoft.com/office/drawing/2014/main" id="{F3DB949A-6F51-8B94-2A8A-AAB75FEF5E1A}"/>
              </a:ext>
            </a:extLst>
          </p:cNvPr>
          <p:cNvSpPr/>
          <p:nvPr/>
        </p:nvSpPr>
        <p:spPr>
          <a:xfrm>
            <a:off x="5889937" y="1620052"/>
            <a:ext cx="1592942" cy="499637"/>
          </a:xfrm>
          <a:prstGeom prst="borderCallout2">
            <a:avLst>
              <a:gd name="adj1" fmla="val 48910"/>
              <a:gd name="adj2" fmla="val 100416"/>
              <a:gd name="adj3" fmla="val 58751"/>
              <a:gd name="adj4" fmla="val 123734"/>
              <a:gd name="adj5" fmla="val 95811"/>
              <a:gd name="adj6" fmla="val 139722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authorization-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71E6F477-5B32-6E33-DA6B-63C128A70531}"/>
              </a:ext>
            </a:extLst>
          </p:cNvPr>
          <p:cNvCxnSpPr>
            <a:cxnSpLocks/>
          </p:cNvCxnSpPr>
          <p:nvPr/>
        </p:nvCxnSpPr>
        <p:spPr>
          <a:xfrm>
            <a:off x="3039091" y="536304"/>
            <a:ext cx="0" cy="63270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カギ線コネクタ 200">
            <a:extLst>
              <a:ext uri="{FF2B5EF4-FFF2-40B4-BE49-F238E27FC236}">
                <a16:creationId xmlns:a16="http://schemas.microsoft.com/office/drawing/2014/main" id="{45AC5992-7D31-86A9-C433-E9515521C9D9}"/>
              </a:ext>
            </a:extLst>
          </p:cNvPr>
          <p:cNvCxnSpPr>
            <a:stCxn id="31" idx="3"/>
            <a:endCxn id="6" idx="0"/>
          </p:cNvCxnSpPr>
          <p:nvPr/>
        </p:nvCxnSpPr>
        <p:spPr>
          <a:xfrm>
            <a:off x="7562560" y="4210638"/>
            <a:ext cx="1697166" cy="589665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6DC653A-32ED-9C24-5AC1-560CD6DB5608}"/>
              </a:ext>
            </a:extLst>
          </p:cNvPr>
          <p:cNvSpPr/>
          <p:nvPr/>
        </p:nvSpPr>
        <p:spPr>
          <a:xfrm>
            <a:off x="5891065" y="3978175"/>
            <a:ext cx="1671495" cy="464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err="1"/>
              <a:t>RestTemplate</a:t>
            </a:r>
            <a:endParaRPr lang="en-US" altLang="ja-JP" sz="1200" i="1" dirty="0"/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374B798-B4AF-AA6B-A5BF-8E3BF71BC234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3931997" y="4210638"/>
            <a:ext cx="1959068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ECF9AE9-E4C4-5FB2-BF14-BD75AFC760A5}"/>
              </a:ext>
            </a:extLst>
          </p:cNvPr>
          <p:cNvSpPr/>
          <p:nvPr/>
        </p:nvSpPr>
        <p:spPr>
          <a:xfrm>
            <a:off x="740938" y="1663735"/>
            <a:ext cx="3189522" cy="446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OAuth2AuthorizationRequestRedirectFilter</a:t>
            </a:r>
            <a:endParaRPr lang="ja-JP" altLang="en-US" sz="1200" dirty="0"/>
          </a:p>
        </p:txBody>
      </p:sp>
      <p:sp>
        <p:nvSpPr>
          <p:cNvPr id="35" name="線吹き出し 2 (枠付き) 196">
            <a:extLst>
              <a:ext uri="{FF2B5EF4-FFF2-40B4-BE49-F238E27FC236}">
                <a16:creationId xmlns:a16="http://schemas.microsoft.com/office/drawing/2014/main" id="{31CBECE6-79B6-5253-33C4-9D2DC78DC800}"/>
              </a:ext>
            </a:extLst>
          </p:cNvPr>
          <p:cNvSpPr/>
          <p:nvPr/>
        </p:nvSpPr>
        <p:spPr>
          <a:xfrm>
            <a:off x="4108493" y="611262"/>
            <a:ext cx="1592942" cy="499637"/>
          </a:xfrm>
          <a:prstGeom prst="borderCallout2">
            <a:avLst>
              <a:gd name="adj1" fmla="val 48910"/>
              <a:gd name="adj2" fmla="val 558"/>
              <a:gd name="adj3" fmla="val 19448"/>
              <a:gd name="adj4" fmla="val -26532"/>
              <a:gd name="adj5" fmla="val 8460"/>
              <a:gd name="adj6" fmla="val -65765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redirect-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36" name="カギ線コネクタ 82">
            <a:extLst>
              <a:ext uri="{FF2B5EF4-FFF2-40B4-BE49-F238E27FC236}">
                <a16:creationId xmlns:a16="http://schemas.microsoft.com/office/drawing/2014/main" id="{C0EEAE90-393C-3780-C0C8-EB6AC87E1C01}"/>
              </a:ext>
            </a:extLst>
          </p:cNvPr>
          <p:cNvCxnSpPr>
            <a:stCxn id="10" idx="1"/>
            <a:endCxn id="34" idx="1"/>
          </p:cNvCxnSpPr>
          <p:nvPr/>
        </p:nvCxnSpPr>
        <p:spPr>
          <a:xfrm rot="10800000">
            <a:off x="740938" y="1886742"/>
            <a:ext cx="3772" cy="4206932"/>
          </a:xfrm>
          <a:prstGeom prst="bentConnector3">
            <a:avLst>
              <a:gd name="adj1" fmla="val 14746076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AC474B6-8925-7B58-7CE2-34902BAA5921}"/>
              </a:ext>
            </a:extLst>
          </p:cNvPr>
          <p:cNvCxnSpPr>
            <a:cxnSpLocks/>
          </p:cNvCxnSpPr>
          <p:nvPr/>
        </p:nvCxnSpPr>
        <p:spPr>
          <a:xfrm flipV="1">
            <a:off x="1632246" y="536304"/>
            <a:ext cx="0" cy="1127431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1D7B92F-1582-73B0-244C-69D062744A32}"/>
              </a:ext>
            </a:extLst>
          </p:cNvPr>
          <p:cNvSpPr txBox="1"/>
          <p:nvPr/>
        </p:nvSpPr>
        <p:spPr>
          <a:xfrm>
            <a:off x="2330939" y="771949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870D85B-2A71-0FBE-8B31-DCD699352538}"/>
              </a:ext>
            </a:extLst>
          </p:cNvPr>
          <p:cNvSpPr txBox="1"/>
          <p:nvPr/>
        </p:nvSpPr>
        <p:spPr>
          <a:xfrm>
            <a:off x="2428179" y="4482558"/>
            <a:ext cx="81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(2),(8)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A12093F-EEEE-417A-33D5-53425EE22774}"/>
              </a:ext>
            </a:extLst>
          </p:cNvPr>
          <p:cNvSpPr txBox="1"/>
          <p:nvPr/>
        </p:nvSpPr>
        <p:spPr>
          <a:xfrm>
            <a:off x="210403" y="571753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572020A-5D33-207B-7ACB-685A22A16A21}"/>
              </a:ext>
            </a:extLst>
          </p:cNvPr>
          <p:cNvSpPr txBox="1"/>
          <p:nvPr/>
        </p:nvSpPr>
        <p:spPr>
          <a:xfrm>
            <a:off x="7650606" y="771949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AAC16D7E-1A38-8C00-1068-687C52F11C7C}"/>
              </a:ext>
            </a:extLst>
          </p:cNvPr>
          <p:cNvSpPr txBox="1"/>
          <p:nvPr/>
        </p:nvSpPr>
        <p:spPr>
          <a:xfrm>
            <a:off x="9259726" y="774114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(5)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83D042B-D09B-7E36-9C9E-CF7B19C1ADF4}"/>
              </a:ext>
            </a:extLst>
          </p:cNvPr>
          <p:cNvSpPr txBox="1"/>
          <p:nvPr/>
        </p:nvSpPr>
        <p:spPr>
          <a:xfrm>
            <a:off x="3032834" y="76386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(6)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534D08E-52B4-C6A3-6639-87405E8A2AE9}"/>
              </a:ext>
            </a:extLst>
          </p:cNvPr>
          <p:cNvSpPr txBox="1"/>
          <p:nvPr/>
        </p:nvSpPr>
        <p:spPr>
          <a:xfrm>
            <a:off x="4045363" y="3810616"/>
            <a:ext cx="70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(9)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248CC37-FF62-E35C-E5EE-F29FC0984BE6}"/>
              </a:ext>
            </a:extLst>
          </p:cNvPr>
          <p:cNvSpPr/>
          <p:nvPr/>
        </p:nvSpPr>
        <p:spPr>
          <a:xfrm>
            <a:off x="8010259" y="6004475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7AC91338-479B-5774-D254-1E4303D4B6FD}"/>
              </a:ext>
            </a:extLst>
          </p:cNvPr>
          <p:cNvSpPr/>
          <p:nvPr/>
        </p:nvSpPr>
        <p:spPr>
          <a:xfrm>
            <a:off x="8010259" y="6359281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55" name="角丸四角形 88">
            <a:extLst>
              <a:ext uri="{FF2B5EF4-FFF2-40B4-BE49-F238E27FC236}">
                <a16:creationId xmlns:a16="http://schemas.microsoft.com/office/drawing/2014/main" id="{D46D3077-6160-F85F-0A6B-44AFF47726EE}"/>
              </a:ext>
            </a:extLst>
          </p:cNvPr>
          <p:cNvSpPr/>
          <p:nvPr/>
        </p:nvSpPr>
        <p:spPr>
          <a:xfrm>
            <a:off x="7818101" y="5658397"/>
            <a:ext cx="3212666" cy="11303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3B6C184-C673-C886-FE51-A3AAF53D086A}"/>
              </a:ext>
            </a:extLst>
          </p:cNvPr>
          <p:cNvSpPr txBox="1"/>
          <p:nvPr/>
        </p:nvSpPr>
        <p:spPr>
          <a:xfrm>
            <a:off x="8921287" y="5658397"/>
            <a:ext cx="98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19729B0-F8F3-D04B-638C-656254A3A9F3}"/>
              </a:ext>
            </a:extLst>
          </p:cNvPr>
          <p:cNvSpPr/>
          <p:nvPr/>
        </p:nvSpPr>
        <p:spPr>
          <a:xfrm>
            <a:off x="740938" y="2236314"/>
            <a:ext cx="3189522" cy="446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OAuth2AuthorizationCodeGrantFilter</a:t>
            </a:r>
            <a:endParaRPr lang="ja-JP" altLang="en-US" sz="1200" dirty="0"/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C043D6C3-B01F-1B01-3DFF-2C58D461D5BE}"/>
              </a:ext>
            </a:extLst>
          </p:cNvPr>
          <p:cNvCxnSpPr>
            <a:cxnSpLocks/>
            <a:stCxn id="3" idx="2"/>
            <a:endCxn id="19" idx="0"/>
          </p:cNvCxnSpPr>
          <p:nvPr/>
        </p:nvCxnSpPr>
        <p:spPr>
          <a:xfrm>
            <a:off x="2337519" y="2852777"/>
            <a:ext cx="1" cy="32494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カギ線コネクタ 82">
            <a:extLst>
              <a:ext uri="{FF2B5EF4-FFF2-40B4-BE49-F238E27FC236}">
                <a16:creationId xmlns:a16="http://schemas.microsoft.com/office/drawing/2014/main" id="{DAE356F8-5797-2388-4BF0-775DF8F5374A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3638328" y="2912184"/>
            <a:ext cx="1833905" cy="1213726"/>
          </a:xfrm>
          <a:prstGeom prst="bentConnector3">
            <a:avLst>
              <a:gd name="adj1" fmla="val 139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0BE428A3-DDF9-AB86-21FB-428029125B02}"/>
              </a:ext>
            </a:extLst>
          </p:cNvPr>
          <p:cNvCxnSpPr>
            <a:cxnSpLocks/>
          </p:cNvCxnSpPr>
          <p:nvPr/>
        </p:nvCxnSpPr>
        <p:spPr>
          <a:xfrm>
            <a:off x="3948415" y="2366598"/>
            <a:ext cx="3869686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C814CBE-DA9D-A3B9-4AD5-F450D27B32FB}"/>
              </a:ext>
            </a:extLst>
          </p:cNvPr>
          <p:cNvSpPr txBox="1"/>
          <p:nvPr/>
        </p:nvSpPr>
        <p:spPr>
          <a:xfrm>
            <a:off x="4593780" y="1925503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(7)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4862712-3436-DE44-3678-ADFA593D5CDF}"/>
              </a:ext>
            </a:extLst>
          </p:cNvPr>
          <p:cNvSpPr txBox="1"/>
          <p:nvPr/>
        </p:nvSpPr>
        <p:spPr>
          <a:xfrm>
            <a:off x="4585147" y="2597931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(7)</a:t>
            </a:r>
          </a:p>
        </p:txBody>
      </p:sp>
    </p:spTree>
    <p:extLst>
      <p:ext uri="{BB962C8B-B14F-4D97-AF65-F5344CB8AC3E}">
        <p14:creationId xmlns:p14="http://schemas.microsoft.com/office/powerpoint/2010/main" val="3194101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角丸四角形 19"/>
          <p:cNvSpPr/>
          <p:nvPr/>
        </p:nvSpPr>
        <p:spPr>
          <a:xfrm>
            <a:off x="87551" y="965239"/>
            <a:ext cx="6406569" cy="5148728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200" dirty="0"/>
          </a:p>
        </p:txBody>
      </p:sp>
      <p:sp>
        <p:nvSpPr>
          <p:cNvPr id="5" name="角丸四角形 4"/>
          <p:cNvSpPr/>
          <p:nvPr/>
        </p:nvSpPr>
        <p:spPr>
          <a:xfrm>
            <a:off x="6749845" y="1632352"/>
            <a:ext cx="2844800" cy="70815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Authorization server</a:t>
            </a:r>
          </a:p>
        </p:txBody>
      </p:sp>
      <p:sp>
        <p:nvSpPr>
          <p:cNvPr id="8" name="角丸四角形 7"/>
          <p:cNvSpPr/>
          <p:nvPr/>
        </p:nvSpPr>
        <p:spPr>
          <a:xfrm>
            <a:off x="7641726" y="4818801"/>
            <a:ext cx="2844800" cy="69931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</a:rPr>
              <a:t>Resource server</a:t>
            </a: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4825454" y="5836968"/>
            <a:ext cx="727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solidFill>
                  <a:schemeClr val="bg1"/>
                </a:solidFill>
              </a:rPr>
              <a:t>Client</a:t>
            </a:r>
          </a:p>
        </p:txBody>
      </p:sp>
      <p:cxnSp>
        <p:nvCxnSpPr>
          <p:cNvPr id="220" name="直線矢印コネクタ 219"/>
          <p:cNvCxnSpPr>
            <a:stCxn id="80" idx="2"/>
            <a:endCxn id="15" idx="0"/>
          </p:cNvCxnSpPr>
          <p:nvPr/>
        </p:nvCxnSpPr>
        <p:spPr>
          <a:xfrm>
            <a:off x="2335699" y="716413"/>
            <a:ext cx="0" cy="774007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正方形/長方形 63"/>
          <p:cNvSpPr/>
          <p:nvPr/>
        </p:nvSpPr>
        <p:spPr>
          <a:xfrm>
            <a:off x="740938" y="5206197"/>
            <a:ext cx="3185619" cy="538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OAuth2AuthorizedClientProvider</a:t>
            </a:r>
            <a:endParaRPr lang="en-US" altLang="ja-JP" sz="1200" i="1" dirty="0"/>
          </a:p>
        </p:txBody>
      </p:sp>
      <p:cxnSp>
        <p:nvCxnSpPr>
          <p:cNvPr id="53" name="カギ線コネクタ 52"/>
          <p:cNvCxnSpPr>
            <a:stCxn id="64" idx="3"/>
          </p:cNvCxnSpPr>
          <p:nvPr/>
        </p:nvCxnSpPr>
        <p:spPr>
          <a:xfrm flipV="1">
            <a:off x="3926557" y="2369740"/>
            <a:ext cx="3511047" cy="3105790"/>
          </a:xfrm>
          <a:prstGeom prst="bentConnector3">
            <a:avLst>
              <a:gd name="adj1" fmla="val 100012"/>
            </a:avLst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正方形/長方形 29"/>
          <p:cNvSpPr/>
          <p:nvPr/>
        </p:nvSpPr>
        <p:spPr>
          <a:xfrm>
            <a:off x="740938" y="4194038"/>
            <a:ext cx="3185619" cy="5788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OAuth2AuthorizedClientManager</a:t>
            </a:r>
            <a:endParaRPr lang="en-US" altLang="ja-JP" sz="1200" i="1" dirty="0"/>
          </a:p>
        </p:txBody>
      </p:sp>
      <p:sp>
        <p:nvSpPr>
          <p:cNvPr id="80" name="角丸四角形 79"/>
          <p:cNvSpPr/>
          <p:nvPr/>
        </p:nvSpPr>
        <p:spPr>
          <a:xfrm>
            <a:off x="1203067" y="267566"/>
            <a:ext cx="2265264" cy="44884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User agent</a:t>
            </a:r>
          </a:p>
        </p:txBody>
      </p:sp>
      <p:cxnSp>
        <p:nvCxnSpPr>
          <p:cNvPr id="92" name="直線矢印コネクタ 91"/>
          <p:cNvCxnSpPr>
            <a:stCxn id="15" idx="2"/>
            <a:endCxn id="87" idx="0"/>
          </p:cNvCxnSpPr>
          <p:nvPr/>
        </p:nvCxnSpPr>
        <p:spPr>
          <a:xfrm>
            <a:off x="2335699" y="1936434"/>
            <a:ext cx="1" cy="40189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矢印コネクタ 93"/>
          <p:cNvCxnSpPr>
            <a:stCxn id="87" idx="2"/>
            <a:endCxn id="88" idx="0"/>
          </p:cNvCxnSpPr>
          <p:nvPr/>
        </p:nvCxnSpPr>
        <p:spPr>
          <a:xfrm>
            <a:off x="2335700" y="2804697"/>
            <a:ext cx="0" cy="37762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直線矢印コネクタ 105"/>
          <p:cNvCxnSpPr>
            <a:stCxn id="88" idx="2"/>
            <a:endCxn id="30" idx="0"/>
          </p:cNvCxnSpPr>
          <p:nvPr/>
        </p:nvCxnSpPr>
        <p:spPr>
          <a:xfrm flipH="1">
            <a:off x="2333748" y="3648699"/>
            <a:ext cx="1952" cy="545339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直線矢印コネクタ 107"/>
          <p:cNvCxnSpPr>
            <a:stCxn id="30" idx="2"/>
            <a:endCxn id="64" idx="0"/>
          </p:cNvCxnSpPr>
          <p:nvPr/>
        </p:nvCxnSpPr>
        <p:spPr>
          <a:xfrm>
            <a:off x="2333748" y="4772891"/>
            <a:ext cx="0" cy="433306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正方形/長方形 86"/>
          <p:cNvSpPr/>
          <p:nvPr/>
        </p:nvSpPr>
        <p:spPr>
          <a:xfrm>
            <a:off x="741222" y="2338324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Controller</a:t>
            </a:r>
            <a:endParaRPr lang="ja-JP" altLang="en-US" sz="1400" dirty="0"/>
          </a:p>
        </p:txBody>
      </p:sp>
      <p:sp>
        <p:nvSpPr>
          <p:cNvPr id="88" name="正方形/長方形 87"/>
          <p:cNvSpPr/>
          <p:nvPr/>
        </p:nvSpPr>
        <p:spPr>
          <a:xfrm>
            <a:off x="741222" y="3182326"/>
            <a:ext cx="3188955" cy="466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Service</a:t>
            </a:r>
            <a:endParaRPr lang="ja-JP" altLang="en-US" sz="1400" dirty="0"/>
          </a:p>
        </p:txBody>
      </p:sp>
      <p:sp>
        <p:nvSpPr>
          <p:cNvPr id="111" name="円柱 110"/>
          <p:cNvSpPr/>
          <p:nvPr/>
        </p:nvSpPr>
        <p:spPr>
          <a:xfrm>
            <a:off x="4468808" y="4637118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OAuth2Authorized</a:t>
            </a:r>
          </a:p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4" name="円柱 153"/>
          <p:cNvSpPr/>
          <p:nvPr/>
        </p:nvSpPr>
        <p:spPr>
          <a:xfrm>
            <a:off x="4468808" y="3871944"/>
            <a:ext cx="1472969" cy="642377"/>
          </a:xfrm>
          <a:prstGeom prst="can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 err="1">
                <a:solidFill>
                  <a:schemeClr val="tx1"/>
                </a:solidFill>
              </a:rPr>
              <a:t>ClientRegistration</a:t>
            </a:r>
            <a:endParaRPr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Repository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57" name="直線矢印コネクタ 156"/>
          <p:cNvCxnSpPr>
            <a:stCxn id="30" idx="3"/>
            <a:endCxn id="154" idx="2"/>
          </p:cNvCxnSpPr>
          <p:nvPr/>
        </p:nvCxnSpPr>
        <p:spPr>
          <a:xfrm flipV="1">
            <a:off x="3926557" y="4193133"/>
            <a:ext cx="542251" cy="29033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線矢印コネクタ 159"/>
          <p:cNvCxnSpPr>
            <a:stCxn id="30" idx="3"/>
            <a:endCxn id="111" idx="2"/>
          </p:cNvCxnSpPr>
          <p:nvPr/>
        </p:nvCxnSpPr>
        <p:spPr>
          <a:xfrm>
            <a:off x="3926557" y="4483465"/>
            <a:ext cx="542251" cy="474842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線吹き出し 2 (枠付き) 191"/>
          <p:cNvSpPr/>
          <p:nvPr/>
        </p:nvSpPr>
        <p:spPr>
          <a:xfrm>
            <a:off x="5112281" y="2468914"/>
            <a:ext cx="1592942" cy="499637"/>
          </a:xfrm>
          <a:prstGeom prst="borderCallout2">
            <a:avLst>
              <a:gd name="adj1" fmla="val 48910"/>
              <a:gd name="adj2" fmla="val 100416"/>
              <a:gd name="adj3" fmla="val 34699"/>
              <a:gd name="adj4" fmla="val 105615"/>
              <a:gd name="adj5" fmla="val -32335"/>
              <a:gd name="adj6" fmla="val 145071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token-</a:t>
            </a:r>
            <a:r>
              <a:rPr lang="en-US" altLang="ja-JP" sz="1200" dirty="0" err="1"/>
              <a:t>uri</a:t>
            </a:r>
            <a:endParaRPr lang="en-US" altLang="ja-JP" sz="1200" dirty="0"/>
          </a:p>
        </p:txBody>
      </p:sp>
      <p:cxnSp>
        <p:nvCxnSpPr>
          <p:cNvPr id="201" name="カギ線コネクタ 200"/>
          <p:cNvCxnSpPr>
            <a:stCxn id="211" idx="3"/>
            <a:endCxn id="8" idx="0"/>
          </p:cNvCxnSpPr>
          <p:nvPr/>
        </p:nvCxnSpPr>
        <p:spPr>
          <a:xfrm>
            <a:off x="6169754" y="3420248"/>
            <a:ext cx="2894372" cy="1398553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" name="正方形/長方形 210"/>
          <p:cNvSpPr/>
          <p:nvPr/>
        </p:nvSpPr>
        <p:spPr>
          <a:xfrm>
            <a:off x="4498259" y="3187785"/>
            <a:ext cx="1671495" cy="464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 err="1"/>
              <a:t>RestTemplate</a:t>
            </a:r>
            <a:endParaRPr lang="en-US" altLang="ja-JP" sz="1200" i="1" dirty="0"/>
          </a:p>
        </p:txBody>
      </p:sp>
      <p:cxnSp>
        <p:nvCxnSpPr>
          <p:cNvPr id="213" name="直線矢印コネクタ 212"/>
          <p:cNvCxnSpPr>
            <a:stCxn id="88" idx="3"/>
            <a:endCxn id="211" idx="1"/>
          </p:cNvCxnSpPr>
          <p:nvPr/>
        </p:nvCxnSpPr>
        <p:spPr>
          <a:xfrm>
            <a:off x="3930177" y="3415513"/>
            <a:ext cx="568082" cy="4735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740938" y="1490420"/>
            <a:ext cx="3189522" cy="446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OAuth2AuthorizationRequestRedirectFilter</a:t>
            </a:r>
            <a:endParaRPr lang="ja-JP" altLang="en-US" sz="12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2330939" y="87618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(1)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384499" y="3761989"/>
            <a:ext cx="816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(2)</a:t>
            </a: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6551059" y="5078377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(3)</a:t>
            </a: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3987292" y="2952096"/>
            <a:ext cx="54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(4)</a:t>
            </a:r>
          </a:p>
        </p:txBody>
      </p:sp>
      <p:sp>
        <p:nvSpPr>
          <p:cNvPr id="84" name="正方形/長方形 83"/>
          <p:cNvSpPr/>
          <p:nvPr/>
        </p:nvSpPr>
        <p:spPr>
          <a:xfrm>
            <a:off x="6686278" y="6004475"/>
            <a:ext cx="2811288" cy="243695"/>
          </a:xfrm>
          <a:prstGeom prst="rect">
            <a:avLst/>
          </a:prstGeom>
          <a:solidFill>
            <a:srgbClr val="FFD58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Spring Security</a:t>
            </a:r>
            <a:endParaRPr kumimoji="1" lang="ja-JP" altLang="en-US" dirty="0"/>
          </a:p>
        </p:txBody>
      </p:sp>
      <p:sp>
        <p:nvSpPr>
          <p:cNvPr id="86" name="正方形/長方形 85"/>
          <p:cNvSpPr/>
          <p:nvPr/>
        </p:nvSpPr>
        <p:spPr>
          <a:xfrm>
            <a:off x="6686278" y="6359281"/>
            <a:ext cx="2811288" cy="2436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Implemented by Developer</a:t>
            </a:r>
            <a:endParaRPr lang="ja-JP" altLang="en-US" dirty="0"/>
          </a:p>
        </p:txBody>
      </p:sp>
      <p:sp>
        <p:nvSpPr>
          <p:cNvPr id="89" name="角丸四角形 88"/>
          <p:cNvSpPr/>
          <p:nvPr/>
        </p:nvSpPr>
        <p:spPr>
          <a:xfrm>
            <a:off x="6494120" y="5658397"/>
            <a:ext cx="3212666" cy="113037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7597306" y="5658397"/>
            <a:ext cx="98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Legend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139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tailEnd type="arrow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14296</TotalTime>
  <Words>576</Words>
  <Application>Microsoft Office PowerPoint</Application>
  <PresentationFormat>ワイド画面</PresentationFormat>
  <Paragraphs>240</Paragraphs>
  <Slides>15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HG創英角ｺﾞｼｯｸUB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SEH 片桐 雄一郎/Katagiri, Yuichiro (NTT DATA)</cp:lastModifiedBy>
  <cp:revision>1</cp:revision>
  <dcterms:created xsi:type="dcterms:W3CDTF">2016-10-28T02:05:37Z</dcterms:created>
  <dcterms:modified xsi:type="dcterms:W3CDTF">2023-02-21T23:36:17Z</dcterms:modified>
</cp:coreProperties>
</file>